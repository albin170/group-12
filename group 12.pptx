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84" r:id="rId2"/>
    <p:sldMasterId id="2147483717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8" r:id="rId4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2F21"/>
    <a:srgbClr val="00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552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572800" y="1880733"/>
            <a:ext cx="7949600" cy="26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866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572800" y="4355400"/>
            <a:ext cx="7891200" cy="546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33"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 rot="8100000">
            <a:off x="-256306" y="-23262"/>
            <a:ext cx="1137523" cy="1473185"/>
            <a:chOff x="2833850" y="2350550"/>
            <a:chExt cx="853150" cy="1104900"/>
          </a:xfrm>
        </p:grpSpPr>
        <p:sp>
          <p:nvSpPr>
            <p:cNvPr id="12" name="Google Shape;12;p2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4" name="Google Shape;14;p2"/>
          <p:cNvGrpSpPr/>
          <p:nvPr/>
        </p:nvGrpSpPr>
        <p:grpSpPr>
          <a:xfrm rot="8697874">
            <a:off x="1102505" y="-325337"/>
            <a:ext cx="1073259" cy="1576744"/>
            <a:chOff x="9601332" y="3570186"/>
            <a:chExt cx="1128185" cy="1562191"/>
          </a:xfrm>
        </p:grpSpPr>
        <p:sp>
          <p:nvSpPr>
            <p:cNvPr id="15" name="Google Shape;15;p2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" name="Google Shape;16;p2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" name="Google Shape;17;p2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" name="Google Shape;18;p2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" name="Google Shape;19;p2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" name="Google Shape;20;p2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" name="Google Shape;21;p2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" name="Google Shape;22;p2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3" name="Google Shape;23;p2"/>
          <p:cNvGrpSpPr/>
          <p:nvPr/>
        </p:nvGrpSpPr>
        <p:grpSpPr>
          <a:xfrm rot="-1506053">
            <a:off x="9803538" y="5134379"/>
            <a:ext cx="1361401" cy="2173208"/>
            <a:chOff x="8529317" y="3813271"/>
            <a:chExt cx="934909" cy="1492397"/>
          </a:xfrm>
        </p:grpSpPr>
        <p:sp>
          <p:nvSpPr>
            <p:cNvPr id="24" name="Google Shape;24;p2"/>
            <p:cNvSpPr/>
            <p:nvPr/>
          </p:nvSpPr>
          <p:spPr>
            <a:xfrm rot="-899960">
              <a:off x="8662782" y="3880642"/>
              <a:ext cx="667980" cy="1119317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" name="Google Shape;25;p2"/>
            <p:cNvSpPr/>
            <p:nvPr/>
          </p:nvSpPr>
          <p:spPr>
            <a:xfrm rot="-899960">
              <a:off x="8857578" y="4064306"/>
              <a:ext cx="407813" cy="1209189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6" name="Google Shape;26;p2"/>
          <p:cNvGrpSpPr/>
          <p:nvPr/>
        </p:nvGrpSpPr>
        <p:grpSpPr>
          <a:xfrm rot="-1506053">
            <a:off x="10888683" y="4671403"/>
            <a:ext cx="1642847" cy="2274840"/>
            <a:chOff x="9601332" y="3570186"/>
            <a:chExt cx="1128185" cy="1562191"/>
          </a:xfrm>
        </p:grpSpPr>
        <p:sp>
          <p:nvSpPr>
            <p:cNvPr id="27" name="Google Shape;27;p2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Google Shape;28;p2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" name="Google Shape;29;p2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" name="Google Shape;30;p2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" name="Google Shape;31;p2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" name="Google Shape;32;p2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" name="Google Shape;33;p2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" name="Google Shape;34;p2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5" name="Google Shape;35;p2"/>
          <p:cNvGrpSpPr/>
          <p:nvPr/>
        </p:nvGrpSpPr>
        <p:grpSpPr>
          <a:xfrm rot="-8100000">
            <a:off x="10109133" y="-709441"/>
            <a:ext cx="1355656" cy="2164036"/>
            <a:chOff x="8529317" y="3813271"/>
            <a:chExt cx="934909" cy="1492397"/>
          </a:xfrm>
        </p:grpSpPr>
        <p:sp>
          <p:nvSpPr>
            <p:cNvPr id="36" name="Google Shape;36;p2"/>
            <p:cNvSpPr/>
            <p:nvPr/>
          </p:nvSpPr>
          <p:spPr>
            <a:xfrm rot="-899960">
              <a:off x="8662782" y="3880642"/>
              <a:ext cx="667980" cy="1119317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" name="Google Shape;37;p2"/>
            <p:cNvSpPr/>
            <p:nvPr/>
          </p:nvSpPr>
          <p:spPr>
            <a:xfrm rot="-899960">
              <a:off x="8857578" y="4064306"/>
              <a:ext cx="407813" cy="1209189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8" name="Google Shape;38;p2"/>
          <p:cNvGrpSpPr/>
          <p:nvPr/>
        </p:nvGrpSpPr>
        <p:grpSpPr>
          <a:xfrm rot="-6600067">
            <a:off x="10828770" y="-66823"/>
            <a:ext cx="1922089" cy="2240427"/>
            <a:chOff x="6332867" y="4307670"/>
            <a:chExt cx="1325460" cy="1544983"/>
          </a:xfrm>
        </p:grpSpPr>
        <p:sp>
          <p:nvSpPr>
            <p:cNvPr id="39" name="Google Shape;39;p2"/>
            <p:cNvSpPr/>
            <p:nvPr/>
          </p:nvSpPr>
          <p:spPr>
            <a:xfrm rot="-899960">
              <a:off x="6463938" y="4425628"/>
              <a:ext cx="1063318" cy="1152866"/>
            </a:xfrm>
            <a:custGeom>
              <a:avLst/>
              <a:gdLst/>
              <a:ahLst/>
              <a:cxnLst/>
              <a:rect l="l" t="t" r="r" b="b"/>
              <a:pathLst>
                <a:path w="42534" h="46116" extrusionOk="0">
                  <a:moveTo>
                    <a:pt x="19466" y="1"/>
                  </a:moveTo>
                  <a:cubicBezTo>
                    <a:pt x="17331" y="1"/>
                    <a:pt x="15514" y="2890"/>
                    <a:pt x="16156" y="8991"/>
                  </a:cubicBezTo>
                  <a:cubicBezTo>
                    <a:pt x="14254" y="4366"/>
                    <a:pt x="12170" y="2486"/>
                    <a:pt x="10570" y="2486"/>
                  </a:cubicBezTo>
                  <a:cubicBezTo>
                    <a:pt x="7427" y="2486"/>
                    <a:pt x="6150" y="9740"/>
                    <a:pt x="11786" y="17697"/>
                  </a:cubicBezTo>
                  <a:cubicBezTo>
                    <a:pt x="10636" y="16102"/>
                    <a:pt x="8702" y="14888"/>
                    <a:pt x="7051" y="14888"/>
                  </a:cubicBezTo>
                  <a:cubicBezTo>
                    <a:pt x="5733" y="14888"/>
                    <a:pt x="4595" y="15661"/>
                    <a:pt x="4181" y="17630"/>
                  </a:cubicBezTo>
                  <a:cubicBezTo>
                    <a:pt x="3780" y="22301"/>
                    <a:pt x="6549" y="26370"/>
                    <a:pt x="9685" y="29973"/>
                  </a:cubicBezTo>
                  <a:cubicBezTo>
                    <a:pt x="8309" y="28427"/>
                    <a:pt x="6009" y="27440"/>
                    <a:pt x="4056" y="27440"/>
                  </a:cubicBezTo>
                  <a:cubicBezTo>
                    <a:pt x="1796" y="27440"/>
                    <a:pt x="1" y="28763"/>
                    <a:pt x="645" y="32074"/>
                  </a:cubicBezTo>
                  <a:cubicBezTo>
                    <a:pt x="2766" y="40250"/>
                    <a:pt x="11306" y="46115"/>
                    <a:pt x="20290" y="46115"/>
                  </a:cubicBezTo>
                  <a:cubicBezTo>
                    <a:pt x="22045" y="46115"/>
                    <a:pt x="23818" y="45891"/>
                    <a:pt x="25563" y="45417"/>
                  </a:cubicBezTo>
                  <a:cubicBezTo>
                    <a:pt x="42533" y="40830"/>
                    <a:pt x="42325" y="21360"/>
                    <a:pt x="36951" y="21360"/>
                  </a:cubicBezTo>
                  <a:cubicBezTo>
                    <a:pt x="35565" y="21360"/>
                    <a:pt x="33835" y="22656"/>
                    <a:pt x="31967" y="25836"/>
                  </a:cubicBezTo>
                  <a:cubicBezTo>
                    <a:pt x="33702" y="20866"/>
                    <a:pt x="34636" y="13294"/>
                    <a:pt x="32034" y="9992"/>
                  </a:cubicBezTo>
                  <a:cubicBezTo>
                    <a:pt x="31147" y="8858"/>
                    <a:pt x="30219" y="8392"/>
                    <a:pt x="29330" y="8392"/>
                  </a:cubicBezTo>
                  <a:cubicBezTo>
                    <a:pt x="27212" y="8392"/>
                    <a:pt x="25316" y="11043"/>
                    <a:pt x="24729" y="13628"/>
                  </a:cubicBezTo>
                  <a:cubicBezTo>
                    <a:pt x="25479" y="4773"/>
                    <a:pt x="22210" y="1"/>
                    <a:pt x="194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0" name="Google Shape;40;p2"/>
            <p:cNvSpPr/>
            <p:nvPr/>
          </p:nvSpPr>
          <p:spPr>
            <a:xfrm rot="-899960">
              <a:off x="6787378" y="4685756"/>
              <a:ext cx="586257" cy="1109942"/>
            </a:xfrm>
            <a:custGeom>
              <a:avLst/>
              <a:gdLst/>
              <a:ahLst/>
              <a:cxnLst/>
              <a:rect l="l" t="t" r="r" b="b"/>
              <a:pathLst>
                <a:path w="23451" h="44399" extrusionOk="0">
                  <a:moveTo>
                    <a:pt x="11175" y="0"/>
                  </a:moveTo>
                  <a:cubicBezTo>
                    <a:pt x="11009" y="0"/>
                    <a:pt x="10875" y="167"/>
                    <a:pt x="10875" y="300"/>
                  </a:cubicBezTo>
                  <a:cubicBezTo>
                    <a:pt x="11042" y="2869"/>
                    <a:pt x="10508" y="5437"/>
                    <a:pt x="9441" y="7739"/>
                  </a:cubicBezTo>
                  <a:cubicBezTo>
                    <a:pt x="8807" y="6138"/>
                    <a:pt x="8140" y="4603"/>
                    <a:pt x="7473" y="3069"/>
                  </a:cubicBezTo>
                  <a:cubicBezTo>
                    <a:pt x="7395" y="2940"/>
                    <a:pt x="7278" y="2891"/>
                    <a:pt x="7151" y="2891"/>
                  </a:cubicBezTo>
                  <a:cubicBezTo>
                    <a:pt x="7114" y="2891"/>
                    <a:pt x="7077" y="2895"/>
                    <a:pt x="7039" y="2902"/>
                  </a:cubicBezTo>
                  <a:cubicBezTo>
                    <a:pt x="6872" y="2969"/>
                    <a:pt x="6839" y="3136"/>
                    <a:pt x="6872" y="3302"/>
                  </a:cubicBezTo>
                  <a:cubicBezTo>
                    <a:pt x="8474" y="6772"/>
                    <a:pt x="9841" y="10374"/>
                    <a:pt x="10975" y="13977"/>
                  </a:cubicBezTo>
                  <a:lnTo>
                    <a:pt x="10942" y="13977"/>
                  </a:lnTo>
                  <a:cubicBezTo>
                    <a:pt x="10319" y="14073"/>
                    <a:pt x="9689" y="14120"/>
                    <a:pt x="9060" y="14120"/>
                  </a:cubicBezTo>
                  <a:cubicBezTo>
                    <a:pt x="5980" y="14120"/>
                    <a:pt x="2900" y="12991"/>
                    <a:pt x="601" y="10941"/>
                  </a:cubicBezTo>
                  <a:cubicBezTo>
                    <a:pt x="548" y="10888"/>
                    <a:pt x="484" y="10867"/>
                    <a:pt x="418" y="10867"/>
                  </a:cubicBezTo>
                  <a:cubicBezTo>
                    <a:pt x="318" y="10867"/>
                    <a:pt x="214" y="10915"/>
                    <a:pt x="134" y="10975"/>
                  </a:cubicBezTo>
                  <a:cubicBezTo>
                    <a:pt x="1" y="11108"/>
                    <a:pt x="34" y="11308"/>
                    <a:pt x="168" y="11442"/>
                  </a:cubicBezTo>
                  <a:cubicBezTo>
                    <a:pt x="2069" y="13143"/>
                    <a:pt x="4504" y="14244"/>
                    <a:pt x="7006" y="14611"/>
                  </a:cubicBezTo>
                  <a:cubicBezTo>
                    <a:pt x="7673" y="14711"/>
                    <a:pt x="8348" y="14761"/>
                    <a:pt x="9024" y="14761"/>
                  </a:cubicBezTo>
                  <a:cubicBezTo>
                    <a:pt x="9699" y="14761"/>
                    <a:pt x="10375" y="14711"/>
                    <a:pt x="11042" y="14611"/>
                  </a:cubicBezTo>
                  <a:cubicBezTo>
                    <a:pt x="11109" y="14611"/>
                    <a:pt x="11142" y="14577"/>
                    <a:pt x="11175" y="14577"/>
                  </a:cubicBezTo>
                  <a:cubicBezTo>
                    <a:pt x="12343" y="18313"/>
                    <a:pt x="13310" y="22149"/>
                    <a:pt x="13977" y="26085"/>
                  </a:cubicBezTo>
                  <a:cubicBezTo>
                    <a:pt x="13525" y="26124"/>
                    <a:pt x="13071" y="26143"/>
                    <a:pt x="12617" y="26143"/>
                  </a:cubicBezTo>
                  <a:cubicBezTo>
                    <a:pt x="9124" y="26143"/>
                    <a:pt x="5637" y="25020"/>
                    <a:pt x="2803" y="22983"/>
                  </a:cubicBezTo>
                  <a:cubicBezTo>
                    <a:pt x="2751" y="22957"/>
                    <a:pt x="2689" y="22941"/>
                    <a:pt x="2627" y="22941"/>
                  </a:cubicBezTo>
                  <a:cubicBezTo>
                    <a:pt x="2529" y="22941"/>
                    <a:pt x="2430" y="22981"/>
                    <a:pt x="2369" y="23083"/>
                  </a:cubicBezTo>
                  <a:cubicBezTo>
                    <a:pt x="2302" y="23217"/>
                    <a:pt x="2302" y="23417"/>
                    <a:pt x="2469" y="23484"/>
                  </a:cubicBezTo>
                  <a:cubicBezTo>
                    <a:pt x="4671" y="25085"/>
                    <a:pt x="7306" y="26119"/>
                    <a:pt x="9975" y="26552"/>
                  </a:cubicBezTo>
                  <a:cubicBezTo>
                    <a:pt x="10905" y="26692"/>
                    <a:pt x="11851" y="26750"/>
                    <a:pt x="12792" y="26750"/>
                  </a:cubicBezTo>
                  <a:cubicBezTo>
                    <a:pt x="13200" y="26750"/>
                    <a:pt x="13607" y="26739"/>
                    <a:pt x="14011" y="26719"/>
                  </a:cubicBezTo>
                  <a:lnTo>
                    <a:pt x="14044" y="26719"/>
                  </a:lnTo>
                  <a:cubicBezTo>
                    <a:pt x="15045" y="32457"/>
                    <a:pt x="15545" y="38294"/>
                    <a:pt x="15479" y="44098"/>
                  </a:cubicBezTo>
                  <a:cubicBezTo>
                    <a:pt x="15479" y="44265"/>
                    <a:pt x="15612" y="44399"/>
                    <a:pt x="15712" y="44399"/>
                  </a:cubicBezTo>
                  <a:lnTo>
                    <a:pt x="15779" y="44399"/>
                  </a:lnTo>
                  <a:cubicBezTo>
                    <a:pt x="15946" y="44399"/>
                    <a:pt x="16112" y="44265"/>
                    <a:pt x="16112" y="44098"/>
                  </a:cubicBezTo>
                  <a:cubicBezTo>
                    <a:pt x="16146" y="38961"/>
                    <a:pt x="15779" y="33891"/>
                    <a:pt x="15012" y="28787"/>
                  </a:cubicBezTo>
                  <a:cubicBezTo>
                    <a:pt x="18381" y="27653"/>
                    <a:pt x="21349" y="25452"/>
                    <a:pt x="23384" y="22583"/>
                  </a:cubicBezTo>
                  <a:cubicBezTo>
                    <a:pt x="23451" y="22416"/>
                    <a:pt x="23384" y="22216"/>
                    <a:pt x="23284" y="22116"/>
                  </a:cubicBezTo>
                  <a:cubicBezTo>
                    <a:pt x="23232" y="22090"/>
                    <a:pt x="23171" y="22074"/>
                    <a:pt x="23109" y="22074"/>
                  </a:cubicBezTo>
                  <a:cubicBezTo>
                    <a:pt x="23011" y="22074"/>
                    <a:pt x="22912" y="22114"/>
                    <a:pt x="22850" y="22216"/>
                  </a:cubicBezTo>
                  <a:cubicBezTo>
                    <a:pt x="20882" y="24951"/>
                    <a:pt x="18114" y="27053"/>
                    <a:pt x="14878" y="28187"/>
                  </a:cubicBezTo>
                  <a:cubicBezTo>
                    <a:pt x="14344" y="24684"/>
                    <a:pt x="13611" y="21215"/>
                    <a:pt x="12677" y="17779"/>
                  </a:cubicBezTo>
                  <a:cubicBezTo>
                    <a:pt x="14678" y="15411"/>
                    <a:pt x="16112" y="12576"/>
                    <a:pt x="16846" y="9607"/>
                  </a:cubicBezTo>
                  <a:cubicBezTo>
                    <a:pt x="16880" y="9440"/>
                    <a:pt x="16813" y="9273"/>
                    <a:pt x="16646" y="9240"/>
                  </a:cubicBezTo>
                  <a:cubicBezTo>
                    <a:pt x="16618" y="9234"/>
                    <a:pt x="16590" y="9232"/>
                    <a:pt x="16563" y="9232"/>
                  </a:cubicBezTo>
                  <a:cubicBezTo>
                    <a:pt x="16427" y="9232"/>
                    <a:pt x="16307" y="9301"/>
                    <a:pt x="16279" y="9440"/>
                  </a:cubicBezTo>
                  <a:cubicBezTo>
                    <a:pt x="15612" y="12209"/>
                    <a:pt x="14278" y="14844"/>
                    <a:pt x="12510" y="17046"/>
                  </a:cubicBezTo>
                  <a:cubicBezTo>
                    <a:pt x="11709" y="14177"/>
                    <a:pt x="10775" y="11275"/>
                    <a:pt x="9708" y="8506"/>
                  </a:cubicBezTo>
                  <a:lnTo>
                    <a:pt x="9774" y="8439"/>
                  </a:lnTo>
                  <a:cubicBezTo>
                    <a:pt x="11109" y="5938"/>
                    <a:pt x="11676" y="3102"/>
                    <a:pt x="11509" y="267"/>
                  </a:cubicBezTo>
                  <a:cubicBezTo>
                    <a:pt x="11509" y="100"/>
                    <a:pt x="11342" y="0"/>
                    <a:pt x="111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752214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"/>
          <p:cNvSpPr txBox="1">
            <a:spLocks noGrp="1"/>
          </p:cNvSpPr>
          <p:nvPr>
            <p:ph type="title"/>
          </p:nvPr>
        </p:nvSpPr>
        <p:spPr>
          <a:xfrm>
            <a:off x="2843400" y="3030033"/>
            <a:ext cx="6505200" cy="14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8533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3" name="Google Shape;43;p3"/>
          <p:cNvSpPr txBox="1">
            <a:spLocks noGrp="1"/>
          </p:cNvSpPr>
          <p:nvPr>
            <p:ph type="title" idx="2" hasCustomPrompt="1"/>
          </p:nvPr>
        </p:nvSpPr>
        <p:spPr>
          <a:xfrm>
            <a:off x="4908667" y="1014833"/>
            <a:ext cx="2374800" cy="191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1333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44" name="Google Shape;44;p3"/>
          <p:cNvSpPr txBox="1">
            <a:spLocks noGrp="1"/>
          </p:cNvSpPr>
          <p:nvPr>
            <p:ph type="subTitle" idx="1"/>
          </p:nvPr>
        </p:nvSpPr>
        <p:spPr>
          <a:xfrm>
            <a:off x="2843400" y="4478367"/>
            <a:ext cx="6505200" cy="6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5" name="Google Shape;45;p3"/>
          <p:cNvGrpSpPr/>
          <p:nvPr/>
        </p:nvGrpSpPr>
        <p:grpSpPr>
          <a:xfrm rot="-8697874" flipH="1">
            <a:off x="10150131" y="-325337"/>
            <a:ext cx="1073259" cy="1576744"/>
            <a:chOff x="9601332" y="3570186"/>
            <a:chExt cx="1128185" cy="1562191"/>
          </a:xfrm>
        </p:grpSpPr>
        <p:sp>
          <p:nvSpPr>
            <p:cNvPr id="46" name="Google Shape;46;p3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" name="Google Shape;47;p3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" name="Google Shape;48;p3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" name="Google Shape;49;p3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" name="Google Shape;50;p3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51;p3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" name="Google Shape;52;p3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" name="Google Shape;53;p3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4" name="Google Shape;54;p3"/>
          <p:cNvGrpSpPr/>
          <p:nvPr/>
        </p:nvGrpSpPr>
        <p:grpSpPr>
          <a:xfrm rot="1506053" flipH="1">
            <a:off x="1160958" y="5134379"/>
            <a:ext cx="1361401" cy="2173208"/>
            <a:chOff x="8529317" y="3813271"/>
            <a:chExt cx="934909" cy="1492397"/>
          </a:xfrm>
        </p:grpSpPr>
        <p:sp>
          <p:nvSpPr>
            <p:cNvPr id="55" name="Google Shape;55;p3"/>
            <p:cNvSpPr/>
            <p:nvPr/>
          </p:nvSpPr>
          <p:spPr>
            <a:xfrm rot="-899960">
              <a:off x="8662782" y="3880642"/>
              <a:ext cx="667980" cy="1119317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" name="Google Shape;56;p3"/>
            <p:cNvSpPr/>
            <p:nvPr/>
          </p:nvSpPr>
          <p:spPr>
            <a:xfrm rot="-899960">
              <a:off x="8857578" y="4064306"/>
              <a:ext cx="407813" cy="1209189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7" name="Google Shape;57;p3"/>
          <p:cNvGrpSpPr/>
          <p:nvPr/>
        </p:nvGrpSpPr>
        <p:grpSpPr>
          <a:xfrm rot="1506053" flipH="1">
            <a:off x="-205633" y="4671403"/>
            <a:ext cx="1642847" cy="2274840"/>
            <a:chOff x="9601332" y="3570186"/>
            <a:chExt cx="1128185" cy="1562191"/>
          </a:xfrm>
        </p:grpSpPr>
        <p:sp>
          <p:nvSpPr>
            <p:cNvPr id="58" name="Google Shape;58;p3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" name="Google Shape;59;p3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" name="Google Shape;60;p3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" name="Google Shape;61;p3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" name="Google Shape;62;p3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" name="Google Shape;63;p3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64;p3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65;p3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66" name="Google Shape;66;p3"/>
          <p:cNvGrpSpPr/>
          <p:nvPr/>
        </p:nvGrpSpPr>
        <p:grpSpPr>
          <a:xfrm rot="-8100000" flipH="1">
            <a:off x="11444679" y="-23262"/>
            <a:ext cx="1137523" cy="1473185"/>
            <a:chOff x="2833850" y="2350550"/>
            <a:chExt cx="853150" cy="1104900"/>
          </a:xfrm>
        </p:grpSpPr>
        <p:sp>
          <p:nvSpPr>
            <p:cNvPr id="67" name="Google Shape;67;p3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68;p3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948524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1" name="Google Shape;71;p4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396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867"/>
            </a:lvl1pPr>
            <a:lvl2pPr marL="1219170" lvl="1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828754" lvl="2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2438339" lvl="3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3047924" lvl="4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3657509" lvl="5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4267093" lvl="6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4876678" lvl="7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5486263" lvl="8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2" name="Google Shape;72;p4"/>
          <p:cNvGrpSpPr/>
          <p:nvPr/>
        </p:nvGrpSpPr>
        <p:grpSpPr>
          <a:xfrm rot="-1611584">
            <a:off x="11072579" y="5053639"/>
            <a:ext cx="1308344" cy="1926467"/>
            <a:chOff x="3922000" y="2234050"/>
            <a:chExt cx="981275" cy="1444875"/>
          </a:xfrm>
        </p:grpSpPr>
        <p:sp>
          <p:nvSpPr>
            <p:cNvPr id="73" name="Google Shape;73;p4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74;p4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75" name="Google Shape;75;p4"/>
          <p:cNvGrpSpPr/>
          <p:nvPr/>
        </p:nvGrpSpPr>
        <p:grpSpPr>
          <a:xfrm rot="709740" flipH="1">
            <a:off x="9679731" y="5830198"/>
            <a:ext cx="1254261" cy="1408823"/>
            <a:chOff x="1603825" y="2277075"/>
            <a:chExt cx="1062450" cy="1193375"/>
          </a:xfrm>
        </p:grpSpPr>
        <p:sp>
          <p:nvSpPr>
            <p:cNvPr id="76" name="Google Shape;76;p4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7" name="Google Shape;77;p4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78" name="Google Shape;78;p4"/>
          <p:cNvGrpSpPr/>
          <p:nvPr/>
        </p:nvGrpSpPr>
        <p:grpSpPr>
          <a:xfrm rot="9066473">
            <a:off x="-242442" y="-431495"/>
            <a:ext cx="890737" cy="1869280"/>
            <a:chOff x="3912125" y="621725"/>
            <a:chExt cx="668000" cy="1401850"/>
          </a:xfrm>
        </p:grpSpPr>
        <p:sp>
          <p:nvSpPr>
            <p:cNvPr id="79" name="Google Shape;79;p4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0" name="Google Shape;80;p4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2533591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 txBox="1">
            <a:spLocks noGrp="1"/>
          </p:cNvSpPr>
          <p:nvPr>
            <p:ph type="subTitle" idx="1"/>
          </p:nvPr>
        </p:nvSpPr>
        <p:spPr>
          <a:xfrm>
            <a:off x="6266667" y="3835400"/>
            <a:ext cx="4568800" cy="54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067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2"/>
          </p:nvPr>
        </p:nvSpPr>
        <p:spPr>
          <a:xfrm>
            <a:off x="6266667" y="2065500"/>
            <a:ext cx="4568800" cy="54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067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3"/>
          </p:nvPr>
        </p:nvSpPr>
        <p:spPr>
          <a:xfrm>
            <a:off x="6103376" y="4443433"/>
            <a:ext cx="4568800" cy="9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5" name="Google Shape;85;p5"/>
          <p:cNvSpPr txBox="1">
            <a:spLocks noGrp="1"/>
          </p:cNvSpPr>
          <p:nvPr>
            <p:ph type="subTitle" idx="4"/>
          </p:nvPr>
        </p:nvSpPr>
        <p:spPr>
          <a:xfrm>
            <a:off x="6103376" y="2673533"/>
            <a:ext cx="4568800" cy="9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6" name="Google Shape;86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87" name="Google Shape;87;p5"/>
          <p:cNvGrpSpPr/>
          <p:nvPr/>
        </p:nvGrpSpPr>
        <p:grpSpPr>
          <a:xfrm rot="-1611584">
            <a:off x="11119779" y="4436472"/>
            <a:ext cx="1308344" cy="1926467"/>
            <a:chOff x="3922000" y="2234050"/>
            <a:chExt cx="981275" cy="1444875"/>
          </a:xfrm>
        </p:grpSpPr>
        <p:sp>
          <p:nvSpPr>
            <p:cNvPr id="88" name="Google Shape;88;p5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89;p5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0" name="Google Shape;90;p5"/>
          <p:cNvGrpSpPr/>
          <p:nvPr/>
        </p:nvGrpSpPr>
        <p:grpSpPr>
          <a:xfrm rot="709740" flipH="1">
            <a:off x="9737964" y="5457565"/>
            <a:ext cx="1254261" cy="1408823"/>
            <a:chOff x="1603825" y="2277075"/>
            <a:chExt cx="1062450" cy="1193375"/>
          </a:xfrm>
        </p:grpSpPr>
        <p:sp>
          <p:nvSpPr>
            <p:cNvPr id="91" name="Google Shape;91;p5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92;p5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3" name="Google Shape;93;p5"/>
          <p:cNvGrpSpPr/>
          <p:nvPr/>
        </p:nvGrpSpPr>
        <p:grpSpPr>
          <a:xfrm rot="9066473">
            <a:off x="712425" y="-736895"/>
            <a:ext cx="890737" cy="1869280"/>
            <a:chOff x="3912125" y="621725"/>
            <a:chExt cx="668000" cy="1401850"/>
          </a:xfrm>
        </p:grpSpPr>
        <p:sp>
          <p:nvSpPr>
            <p:cNvPr id="94" name="Google Shape;94;p5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5" name="Google Shape;95;p5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190880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98" name="Google Shape;98;p6"/>
          <p:cNvGrpSpPr/>
          <p:nvPr/>
        </p:nvGrpSpPr>
        <p:grpSpPr>
          <a:xfrm rot="8697874">
            <a:off x="-51562" y="-255704"/>
            <a:ext cx="1073259" cy="1576744"/>
            <a:chOff x="9601332" y="3570186"/>
            <a:chExt cx="1128185" cy="1562191"/>
          </a:xfrm>
        </p:grpSpPr>
        <p:sp>
          <p:nvSpPr>
            <p:cNvPr id="99" name="Google Shape;99;p6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100;p6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101;p6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102;p6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103;p6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104;p6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105;p6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106;p6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07" name="Google Shape;107;p6"/>
          <p:cNvGrpSpPr/>
          <p:nvPr/>
        </p:nvGrpSpPr>
        <p:grpSpPr>
          <a:xfrm rot="-1506053">
            <a:off x="-195629" y="5157845"/>
            <a:ext cx="1361401" cy="2173208"/>
            <a:chOff x="8529317" y="3813271"/>
            <a:chExt cx="934909" cy="1492397"/>
          </a:xfrm>
        </p:grpSpPr>
        <p:sp>
          <p:nvSpPr>
            <p:cNvPr id="108" name="Google Shape;108;p6"/>
            <p:cNvSpPr/>
            <p:nvPr/>
          </p:nvSpPr>
          <p:spPr>
            <a:xfrm rot="-899960">
              <a:off x="8662782" y="3880642"/>
              <a:ext cx="667980" cy="1119317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9" name="Google Shape;109;p6"/>
            <p:cNvSpPr/>
            <p:nvPr/>
          </p:nvSpPr>
          <p:spPr>
            <a:xfrm rot="-899960">
              <a:off x="8857578" y="4064306"/>
              <a:ext cx="407813" cy="1209189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10" name="Google Shape;110;p6"/>
          <p:cNvGrpSpPr/>
          <p:nvPr/>
        </p:nvGrpSpPr>
        <p:grpSpPr>
          <a:xfrm rot="-6599768">
            <a:off x="10763341" y="-473958"/>
            <a:ext cx="1727193" cy="2013251"/>
            <a:chOff x="6332867" y="4307670"/>
            <a:chExt cx="1325460" cy="1544983"/>
          </a:xfrm>
        </p:grpSpPr>
        <p:sp>
          <p:nvSpPr>
            <p:cNvPr id="111" name="Google Shape;111;p6"/>
            <p:cNvSpPr/>
            <p:nvPr/>
          </p:nvSpPr>
          <p:spPr>
            <a:xfrm rot="-899960">
              <a:off x="6463938" y="4425628"/>
              <a:ext cx="1063318" cy="1152866"/>
            </a:xfrm>
            <a:custGeom>
              <a:avLst/>
              <a:gdLst/>
              <a:ahLst/>
              <a:cxnLst/>
              <a:rect l="l" t="t" r="r" b="b"/>
              <a:pathLst>
                <a:path w="42534" h="46116" extrusionOk="0">
                  <a:moveTo>
                    <a:pt x="19466" y="1"/>
                  </a:moveTo>
                  <a:cubicBezTo>
                    <a:pt x="17331" y="1"/>
                    <a:pt x="15514" y="2890"/>
                    <a:pt x="16156" y="8991"/>
                  </a:cubicBezTo>
                  <a:cubicBezTo>
                    <a:pt x="14254" y="4366"/>
                    <a:pt x="12170" y="2486"/>
                    <a:pt x="10570" y="2486"/>
                  </a:cubicBezTo>
                  <a:cubicBezTo>
                    <a:pt x="7427" y="2486"/>
                    <a:pt x="6150" y="9740"/>
                    <a:pt x="11786" y="17697"/>
                  </a:cubicBezTo>
                  <a:cubicBezTo>
                    <a:pt x="10636" y="16102"/>
                    <a:pt x="8702" y="14888"/>
                    <a:pt x="7051" y="14888"/>
                  </a:cubicBezTo>
                  <a:cubicBezTo>
                    <a:pt x="5733" y="14888"/>
                    <a:pt x="4595" y="15661"/>
                    <a:pt x="4181" y="17630"/>
                  </a:cubicBezTo>
                  <a:cubicBezTo>
                    <a:pt x="3780" y="22301"/>
                    <a:pt x="6549" y="26370"/>
                    <a:pt x="9685" y="29973"/>
                  </a:cubicBezTo>
                  <a:cubicBezTo>
                    <a:pt x="8309" y="28427"/>
                    <a:pt x="6009" y="27440"/>
                    <a:pt x="4056" y="27440"/>
                  </a:cubicBezTo>
                  <a:cubicBezTo>
                    <a:pt x="1796" y="27440"/>
                    <a:pt x="1" y="28763"/>
                    <a:pt x="645" y="32074"/>
                  </a:cubicBezTo>
                  <a:cubicBezTo>
                    <a:pt x="2766" y="40250"/>
                    <a:pt x="11306" y="46115"/>
                    <a:pt x="20290" y="46115"/>
                  </a:cubicBezTo>
                  <a:cubicBezTo>
                    <a:pt x="22045" y="46115"/>
                    <a:pt x="23818" y="45891"/>
                    <a:pt x="25563" y="45417"/>
                  </a:cubicBezTo>
                  <a:cubicBezTo>
                    <a:pt x="42533" y="40830"/>
                    <a:pt x="42325" y="21360"/>
                    <a:pt x="36951" y="21360"/>
                  </a:cubicBezTo>
                  <a:cubicBezTo>
                    <a:pt x="35565" y="21360"/>
                    <a:pt x="33835" y="22656"/>
                    <a:pt x="31967" y="25836"/>
                  </a:cubicBezTo>
                  <a:cubicBezTo>
                    <a:pt x="33702" y="20866"/>
                    <a:pt x="34636" y="13294"/>
                    <a:pt x="32034" y="9992"/>
                  </a:cubicBezTo>
                  <a:cubicBezTo>
                    <a:pt x="31147" y="8858"/>
                    <a:pt x="30219" y="8392"/>
                    <a:pt x="29330" y="8392"/>
                  </a:cubicBezTo>
                  <a:cubicBezTo>
                    <a:pt x="27212" y="8392"/>
                    <a:pt x="25316" y="11043"/>
                    <a:pt x="24729" y="13628"/>
                  </a:cubicBezTo>
                  <a:cubicBezTo>
                    <a:pt x="25479" y="4773"/>
                    <a:pt x="22210" y="1"/>
                    <a:pt x="194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2" name="Google Shape;112;p6"/>
            <p:cNvSpPr/>
            <p:nvPr/>
          </p:nvSpPr>
          <p:spPr>
            <a:xfrm rot="-899960">
              <a:off x="6787378" y="4685756"/>
              <a:ext cx="586257" cy="1109942"/>
            </a:xfrm>
            <a:custGeom>
              <a:avLst/>
              <a:gdLst/>
              <a:ahLst/>
              <a:cxnLst/>
              <a:rect l="l" t="t" r="r" b="b"/>
              <a:pathLst>
                <a:path w="23451" h="44399" extrusionOk="0">
                  <a:moveTo>
                    <a:pt x="11175" y="0"/>
                  </a:moveTo>
                  <a:cubicBezTo>
                    <a:pt x="11009" y="0"/>
                    <a:pt x="10875" y="167"/>
                    <a:pt x="10875" y="300"/>
                  </a:cubicBezTo>
                  <a:cubicBezTo>
                    <a:pt x="11042" y="2869"/>
                    <a:pt x="10508" y="5437"/>
                    <a:pt x="9441" y="7739"/>
                  </a:cubicBezTo>
                  <a:cubicBezTo>
                    <a:pt x="8807" y="6138"/>
                    <a:pt x="8140" y="4603"/>
                    <a:pt x="7473" y="3069"/>
                  </a:cubicBezTo>
                  <a:cubicBezTo>
                    <a:pt x="7395" y="2940"/>
                    <a:pt x="7278" y="2891"/>
                    <a:pt x="7151" y="2891"/>
                  </a:cubicBezTo>
                  <a:cubicBezTo>
                    <a:pt x="7114" y="2891"/>
                    <a:pt x="7077" y="2895"/>
                    <a:pt x="7039" y="2902"/>
                  </a:cubicBezTo>
                  <a:cubicBezTo>
                    <a:pt x="6872" y="2969"/>
                    <a:pt x="6839" y="3136"/>
                    <a:pt x="6872" y="3302"/>
                  </a:cubicBezTo>
                  <a:cubicBezTo>
                    <a:pt x="8474" y="6772"/>
                    <a:pt x="9841" y="10374"/>
                    <a:pt x="10975" y="13977"/>
                  </a:cubicBezTo>
                  <a:lnTo>
                    <a:pt x="10942" y="13977"/>
                  </a:lnTo>
                  <a:cubicBezTo>
                    <a:pt x="10319" y="14073"/>
                    <a:pt x="9689" y="14120"/>
                    <a:pt x="9060" y="14120"/>
                  </a:cubicBezTo>
                  <a:cubicBezTo>
                    <a:pt x="5980" y="14120"/>
                    <a:pt x="2900" y="12991"/>
                    <a:pt x="601" y="10941"/>
                  </a:cubicBezTo>
                  <a:cubicBezTo>
                    <a:pt x="548" y="10888"/>
                    <a:pt x="484" y="10867"/>
                    <a:pt x="418" y="10867"/>
                  </a:cubicBezTo>
                  <a:cubicBezTo>
                    <a:pt x="318" y="10867"/>
                    <a:pt x="214" y="10915"/>
                    <a:pt x="134" y="10975"/>
                  </a:cubicBezTo>
                  <a:cubicBezTo>
                    <a:pt x="1" y="11108"/>
                    <a:pt x="34" y="11308"/>
                    <a:pt x="168" y="11442"/>
                  </a:cubicBezTo>
                  <a:cubicBezTo>
                    <a:pt x="2069" y="13143"/>
                    <a:pt x="4504" y="14244"/>
                    <a:pt x="7006" y="14611"/>
                  </a:cubicBezTo>
                  <a:cubicBezTo>
                    <a:pt x="7673" y="14711"/>
                    <a:pt x="8348" y="14761"/>
                    <a:pt x="9024" y="14761"/>
                  </a:cubicBezTo>
                  <a:cubicBezTo>
                    <a:pt x="9699" y="14761"/>
                    <a:pt x="10375" y="14711"/>
                    <a:pt x="11042" y="14611"/>
                  </a:cubicBezTo>
                  <a:cubicBezTo>
                    <a:pt x="11109" y="14611"/>
                    <a:pt x="11142" y="14577"/>
                    <a:pt x="11175" y="14577"/>
                  </a:cubicBezTo>
                  <a:cubicBezTo>
                    <a:pt x="12343" y="18313"/>
                    <a:pt x="13310" y="22149"/>
                    <a:pt x="13977" y="26085"/>
                  </a:cubicBezTo>
                  <a:cubicBezTo>
                    <a:pt x="13525" y="26124"/>
                    <a:pt x="13071" y="26143"/>
                    <a:pt x="12617" y="26143"/>
                  </a:cubicBezTo>
                  <a:cubicBezTo>
                    <a:pt x="9124" y="26143"/>
                    <a:pt x="5637" y="25020"/>
                    <a:pt x="2803" y="22983"/>
                  </a:cubicBezTo>
                  <a:cubicBezTo>
                    <a:pt x="2751" y="22957"/>
                    <a:pt x="2689" y="22941"/>
                    <a:pt x="2627" y="22941"/>
                  </a:cubicBezTo>
                  <a:cubicBezTo>
                    <a:pt x="2529" y="22941"/>
                    <a:pt x="2430" y="22981"/>
                    <a:pt x="2369" y="23083"/>
                  </a:cubicBezTo>
                  <a:cubicBezTo>
                    <a:pt x="2302" y="23217"/>
                    <a:pt x="2302" y="23417"/>
                    <a:pt x="2469" y="23484"/>
                  </a:cubicBezTo>
                  <a:cubicBezTo>
                    <a:pt x="4671" y="25085"/>
                    <a:pt x="7306" y="26119"/>
                    <a:pt x="9975" y="26552"/>
                  </a:cubicBezTo>
                  <a:cubicBezTo>
                    <a:pt x="10905" y="26692"/>
                    <a:pt x="11851" y="26750"/>
                    <a:pt x="12792" y="26750"/>
                  </a:cubicBezTo>
                  <a:cubicBezTo>
                    <a:pt x="13200" y="26750"/>
                    <a:pt x="13607" y="26739"/>
                    <a:pt x="14011" y="26719"/>
                  </a:cubicBezTo>
                  <a:lnTo>
                    <a:pt x="14044" y="26719"/>
                  </a:lnTo>
                  <a:cubicBezTo>
                    <a:pt x="15045" y="32457"/>
                    <a:pt x="15545" y="38294"/>
                    <a:pt x="15479" y="44098"/>
                  </a:cubicBezTo>
                  <a:cubicBezTo>
                    <a:pt x="15479" y="44265"/>
                    <a:pt x="15612" y="44399"/>
                    <a:pt x="15712" y="44399"/>
                  </a:cubicBezTo>
                  <a:lnTo>
                    <a:pt x="15779" y="44399"/>
                  </a:lnTo>
                  <a:cubicBezTo>
                    <a:pt x="15946" y="44399"/>
                    <a:pt x="16112" y="44265"/>
                    <a:pt x="16112" y="44098"/>
                  </a:cubicBezTo>
                  <a:cubicBezTo>
                    <a:pt x="16146" y="38961"/>
                    <a:pt x="15779" y="33891"/>
                    <a:pt x="15012" y="28787"/>
                  </a:cubicBezTo>
                  <a:cubicBezTo>
                    <a:pt x="18381" y="27653"/>
                    <a:pt x="21349" y="25452"/>
                    <a:pt x="23384" y="22583"/>
                  </a:cubicBezTo>
                  <a:cubicBezTo>
                    <a:pt x="23451" y="22416"/>
                    <a:pt x="23384" y="22216"/>
                    <a:pt x="23284" y="22116"/>
                  </a:cubicBezTo>
                  <a:cubicBezTo>
                    <a:pt x="23232" y="22090"/>
                    <a:pt x="23171" y="22074"/>
                    <a:pt x="23109" y="22074"/>
                  </a:cubicBezTo>
                  <a:cubicBezTo>
                    <a:pt x="23011" y="22074"/>
                    <a:pt x="22912" y="22114"/>
                    <a:pt x="22850" y="22216"/>
                  </a:cubicBezTo>
                  <a:cubicBezTo>
                    <a:pt x="20882" y="24951"/>
                    <a:pt x="18114" y="27053"/>
                    <a:pt x="14878" y="28187"/>
                  </a:cubicBezTo>
                  <a:cubicBezTo>
                    <a:pt x="14344" y="24684"/>
                    <a:pt x="13611" y="21215"/>
                    <a:pt x="12677" y="17779"/>
                  </a:cubicBezTo>
                  <a:cubicBezTo>
                    <a:pt x="14678" y="15411"/>
                    <a:pt x="16112" y="12576"/>
                    <a:pt x="16846" y="9607"/>
                  </a:cubicBezTo>
                  <a:cubicBezTo>
                    <a:pt x="16880" y="9440"/>
                    <a:pt x="16813" y="9273"/>
                    <a:pt x="16646" y="9240"/>
                  </a:cubicBezTo>
                  <a:cubicBezTo>
                    <a:pt x="16618" y="9234"/>
                    <a:pt x="16590" y="9232"/>
                    <a:pt x="16563" y="9232"/>
                  </a:cubicBezTo>
                  <a:cubicBezTo>
                    <a:pt x="16427" y="9232"/>
                    <a:pt x="16307" y="9301"/>
                    <a:pt x="16279" y="9440"/>
                  </a:cubicBezTo>
                  <a:cubicBezTo>
                    <a:pt x="15612" y="12209"/>
                    <a:pt x="14278" y="14844"/>
                    <a:pt x="12510" y="17046"/>
                  </a:cubicBezTo>
                  <a:cubicBezTo>
                    <a:pt x="11709" y="14177"/>
                    <a:pt x="10775" y="11275"/>
                    <a:pt x="9708" y="8506"/>
                  </a:cubicBezTo>
                  <a:lnTo>
                    <a:pt x="9774" y="8439"/>
                  </a:lnTo>
                  <a:cubicBezTo>
                    <a:pt x="11109" y="5938"/>
                    <a:pt x="11676" y="3102"/>
                    <a:pt x="11509" y="267"/>
                  </a:cubicBezTo>
                  <a:cubicBezTo>
                    <a:pt x="11509" y="100"/>
                    <a:pt x="11342" y="0"/>
                    <a:pt x="111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868060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>
            <a:spLocks noGrp="1"/>
          </p:cNvSpPr>
          <p:nvPr>
            <p:ph type="title"/>
          </p:nvPr>
        </p:nvSpPr>
        <p:spPr>
          <a:xfrm>
            <a:off x="925067" y="2392800"/>
            <a:ext cx="4966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5" name="Google Shape;115;p7"/>
          <p:cNvSpPr txBox="1">
            <a:spLocks noGrp="1"/>
          </p:cNvSpPr>
          <p:nvPr>
            <p:ph type="body" idx="1"/>
          </p:nvPr>
        </p:nvSpPr>
        <p:spPr>
          <a:xfrm>
            <a:off x="925243" y="3363633"/>
            <a:ext cx="4966000" cy="110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389457" algn="r" rtl="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867">
                <a:solidFill>
                  <a:srgbClr val="434343"/>
                </a:solidFill>
              </a:defRPr>
            </a:lvl1pPr>
            <a:lvl2pPr marL="1219170" lvl="1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828754" lvl="2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2438339" lvl="3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3047924" lvl="4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3657509" lvl="5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4267093" lvl="6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4876678" lvl="7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5486263" lvl="8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16" name="Google Shape;116;p7"/>
          <p:cNvGrpSpPr/>
          <p:nvPr/>
        </p:nvGrpSpPr>
        <p:grpSpPr>
          <a:xfrm rot="8520626">
            <a:off x="-342737" y="81637"/>
            <a:ext cx="1308328" cy="1926444"/>
            <a:chOff x="3922000" y="2234050"/>
            <a:chExt cx="981275" cy="1444875"/>
          </a:xfrm>
        </p:grpSpPr>
        <p:sp>
          <p:nvSpPr>
            <p:cNvPr id="117" name="Google Shape;117;p7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8" name="Google Shape;118;p7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19" name="Google Shape;119;p7"/>
          <p:cNvGrpSpPr/>
          <p:nvPr/>
        </p:nvGrpSpPr>
        <p:grpSpPr>
          <a:xfrm rot="9413182" flipH="1">
            <a:off x="1227745" y="-429478"/>
            <a:ext cx="1254369" cy="1408945"/>
            <a:chOff x="1603825" y="2277075"/>
            <a:chExt cx="1062450" cy="1193375"/>
          </a:xfrm>
        </p:grpSpPr>
        <p:sp>
          <p:nvSpPr>
            <p:cNvPr id="120" name="Google Shape;120;p7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" name="Google Shape;121;p7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22" name="Google Shape;122;p7"/>
          <p:cNvGrpSpPr/>
          <p:nvPr/>
        </p:nvGrpSpPr>
        <p:grpSpPr>
          <a:xfrm rot="-2885086" flipH="1">
            <a:off x="10653668" y="5559093"/>
            <a:ext cx="788331" cy="1934945"/>
            <a:chOff x="2978125" y="596500"/>
            <a:chExt cx="591275" cy="1451275"/>
          </a:xfrm>
        </p:grpSpPr>
        <p:sp>
          <p:nvSpPr>
            <p:cNvPr id="123" name="Google Shape;123;p7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4" name="Google Shape;124;p7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25" name="Google Shape;125;p7"/>
          <p:cNvGrpSpPr/>
          <p:nvPr/>
        </p:nvGrpSpPr>
        <p:grpSpPr>
          <a:xfrm rot="-1800122" flipH="1">
            <a:off x="11220841" y="4986276"/>
            <a:ext cx="1077504" cy="1586568"/>
            <a:chOff x="3922000" y="2234050"/>
            <a:chExt cx="981275" cy="1444875"/>
          </a:xfrm>
        </p:grpSpPr>
        <p:sp>
          <p:nvSpPr>
            <p:cNvPr id="126" name="Google Shape;126;p7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7" name="Google Shape;127;p7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28" name="Google Shape;128;p7"/>
          <p:cNvGrpSpPr/>
          <p:nvPr/>
        </p:nvGrpSpPr>
        <p:grpSpPr>
          <a:xfrm rot="2760288" flipH="1">
            <a:off x="795715" y="5550335"/>
            <a:ext cx="890669" cy="1869139"/>
            <a:chOff x="3912125" y="621725"/>
            <a:chExt cx="668000" cy="1401850"/>
          </a:xfrm>
        </p:grpSpPr>
        <p:sp>
          <p:nvSpPr>
            <p:cNvPr id="129" name="Google Shape;129;p7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0" name="Google Shape;130;p7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31" name="Google Shape;131;p7"/>
          <p:cNvGrpSpPr/>
          <p:nvPr/>
        </p:nvGrpSpPr>
        <p:grpSpPr>
          <a:xfrm rot="-7151584" flipH="1">
            <a:off x="11135960" y="262210"/>
            <a:ext cx="1247264" cy="1750353"/>
            <a:chOff x="4841950" y="633750"/>
            <a:chExt cx="1039100" cy="1458225"/>
          </a:xfrm>
        </p:grpSpPr>
        <p:sp>
          <p:nvSpPr>
            <p:cNvPr id="132" name="Google Shape;132;p7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3" name="Google Shape;133;p7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4" name="Google Shape;134;p7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5" name="Google Shape;135;p7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6" name="Google Shape;136;p7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" name="Google Shape;137;p7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" name="Google Shape;138;p7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9" name="Google Shape;139;p7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40" name="Google Shape;140;p7"/>
          <p:cNvGrpSpPr/>
          <p:nvPr/>
        </p:nvGrpSpPr>
        <p:grpSpPr>
          <a:xfrm rot="1676785" flipH="1">
            <a:off x="-22841" y="4973859"/>
            <a:ext cx="788289" cy="1934844"/>
            <a:chOff x="2978125" y="596500"/>
            <a:chExt cx="591275" cy="1451275"/>
          </a:xfrm>
        </p:grpSpPr>
        <p:sp>
          <p:nvSpPr>
            <p:cNvPr id="141" name="Google Shape;141;p7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2" name="Google Shape;142;p7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43" name="Google Shape;143;p7"/>
          <p:cNvGrpSpPr/>
          <p:nvPr/>
        </p:nvGrpSpPr>
        <p:grpSpPr>
          <a:xfrm rot="-7655812" flipH="1">
            <a:off x="10395452" y="-398449"/>
            <a:ext cx="1040017" cy="1346908"/>
            <a:chOff x="2833850" y="2350550"/>
            <a:chExt cx="853150" cy="1104900"/>
          </a:xfrm>
        </p:grpSpPr>
        <p:sp>
          <p:nvSpPr>
            <p:cNvPr id="144" name="Google Shape;144;p7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" name="Google Shape;145;p7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9412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 txBox="1">
            <a:spLocks noGrp="1"/>
          </p:cNvSpPr>
          <p:nvPr>
            <p:ph type="title"/>
          </p:nvPr>
        </p:nvSpPr>
        <p:spPr>
          <a:xfrm>
            <a:off x="1343433" y="2069600"/>
            <a:ext cx="6379600" cy="2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10666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48" name="Google Shape;148;p8"/>
          <p:cNvGrpSpPr/>
          <p:nvPr/>
        </p:nvGrpSpPr>
        <p:grpSpPr>
          <a:xfrm rot="927986">
            <a:off x="1050679" y="5536496"/>
            <a:ext cx="762501" cy="1600169"/>
            <a:chOff x="3912125" y="621725"/>
            <a:chExt cx="668000" cy="1401850"/>
          </a:xfrm>
        </p:grpSpPr>
        <p:sp>
          <p:nvSpPr>
            <p:cNvPr id="149" name="Google Shape;149;p8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0" name="Google Shape;150;p8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51" name="Google Shape;151;p8"/>
          <p:cNvGrpSpPr/>
          <p:nvPr/>
        </p:nvGrpSpPr>
        <p:grpSpPr>
          <a:xfrm rot="2016828">
            <a:off x="-210706" y="4730384"/>
            <a:ext cx="1308385" cy="1926528"/>
            <a:chOff x="3922000" y="2234050"/>
            <a:chExt cx="981275" cy="1444875"/>
          </a:xfrm>
        </p:grpSpPr>
        <p:sp>
          <p:nvSpPr>
            <p:cNvPr id="152" name="Google Shape;152;p8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3" name="Google Shape;153;p8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54" name="Google Shape;154;p8"/>
          <p:cNvGrpSpPr/>
          <p:nvPr/>
        </p:nvGrpSpPr>
        <p:grpSpPr>
          <a:xfrm rot="-8949721">
            <a:off x="10167018" y="-489614"/>
            <a:ext cx="1385433" cy="1944255"/>
            <a:chOff x="4841950" y="633750"/>
            <a:chExt cx="1039100" cy="1458225"/>
          </a:xfrm>
        </p:grpSpPr>
        <p:sp>
          <p:nvSpPr>
            <p:cNvPr id="155" name="Google Shape;155;p8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" name="Google Shape;156;p8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7" name="Google Shape;157;p8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8" name="Google Shape;158;p8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9" name="Google Shape;159;p8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0" name="Google Shape;160;p8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1" name="Google Shape;161;p8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" name="Google Shape;162;p8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63" name="Google Shape;163;p8"/>
          <p:cNvGrpSpPr/>
          <p:nvPr/>
        </p:nvGrpSpPr>
        <p:grpSpPr>
          <a:xfrm rot="8647558">
            <a:off x="-55987" y="140982"/>
            <a:ext cx="890659" cy="1869116"/>
            <a:chOff x="3912125" y="621725"/>
            <a:chExt cx="668000" cy="1401850"/>
          </a:xfrm>
        </p:grpSpPr>
        <p:sp>
          <p:nvSpPr>
            <p:cNvPr id="164" name="Google Shape;164;p8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5" name="Google Shape;165;p8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66" name="Google Shape;166;p8"/>
          <p:cNvGrpSpPr/>
          <p:nvPr/>
        </p:nvGrpSpPr>
        <p:grpSpPr>
          <a:xfrm rot="7655855">
            <a:off x="601339" y="-520747"/>
            <a:ext cx="1137511" cy="1473172"/>
            <a:chOff x="2833850" y="2350550"/>
            <a:chExt cx="853150" cy="1104900"/>
          </a:xfrm>
        </p:grpSpPr>
        <p:sp>
          <p:nvSpPr>
            <p:cNvPr id="167" name="Google Shape;167;p8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8" name="Google Shape;168;p8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69" name="Google Shape;169;p8"/>
          <p:cNvGrpSpPr/>
          <p:nvPr/>
        </p:nvGrpSpPr>
        <p:grpSpPr>
          <a:xfrm rot="-8100000">
            <a:off x="11135941" y="800610"/>
            <a:ext cx="1225865" cy="1317521"/>
            <a:chOff x="1603825" y="2277075"/>
            <a:chExt cx="1062450" cy="1193375"/>
          </a:xfrm>
        </p:grpSpPr>
        <p:sp>
          <p:nvSpPr>
            <p:cNvPr id="170" name="Google Shape;170;p8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1" name="Google Shape;171;p8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294664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"/>
          <p:cNvSpPr txBox="1">
            <a:spLocks noGrp="1"/>
          </p:cNvSpPr>
          <p:nvPr>
            <p:ph type="title"/>
          </p:nvPr>
        </p:nvSpPr>
        <p:spPr>
          <a:xfrm>
            <a:off x="5060933" y="2357767"/>
            <a:ext cx="6171600" cy="9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9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4" name="Google Shape;174;p9"/>
          <p:cNvSpPr txBox="1">
            <a:spLocks noGrp="1"/>
          </p:cNvSpPr>
          <p:nvPr>
            <p:ph type="subTitle" idx="1"/>
          </p:nvPr>
        </p:nvSpPr>
        <p:spPr>
          <a:xfrm>
            <a:off x="5060496" y="3423933"/>
            <a:ext cx="6171600" cy="14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75" name="Google Shape;175;p9"/>
          <p:cNvGrpSpPr/>
          <p:nvPr/>
        </p:nvGrpSpPr>
        <p:grpSpPr>
          <a:xfrm rot="2943526">
            <a:off x="-388123" y="5351878"/>
            <a:ext cx="1417833" cy="1845311"/>
            <a:chOff x="1636075" y="629625"/>
            <a:chExt cx="1063350" cy="1383950"/>
          </a:xfrm>
        </p:grpSpPr>
        <p:sp>
          <p:nvSpPr>
            <p:cNvPr id="176" name="Google Shape;176;p9"/>
            <p:cNvSpPr/>
            <p:nvPr/>
          </p:nvSpPr>
          <p:spPr>
            <a:xfrm>
              <a:off x="1636075" y="629625"/>
              <a:ext cx="1063350" cy="1152900"/>
            </a:xfrm>
            <a:custGeom>
              <a:avLst/>
              <a:gdLst/>
              <a:ahLst/>
              <a:cxnLst/>
              <a:rect l="l" t="t" r="r" b="b"/>
              <a:pathLst>
                <a:path w="42534" h="46116" extrusionOk="0">
                  <a:moveTo>
                    <a:pt x="19466" y="1"/>
                  </a:moveTo>
                  <a:cubicBezTo>
                    <a:pt x="17331" y="1"/>
                    <a:pt x="15514" y="2890"/>
                    <a:pt x="16156" y="8991"/>
                  </a:cubicBezTo>
                  <a:cubicBezTo>
                    <a:pt x="14254" y="4366"/>
                    <a:pt x="12170" y="2486"/>
                    <a:pt x="10570" y="2486"/>
                  </a:cubicBezTo>
                  <a:cubicBezTo>
                    <a:pt x="7427" y="2486"/>
                    <a:pt x="6150" y="9740"/>
                    <a:pt x="11786" y="17697"/>
                  </a:cubicBezTo>
                  <a:cubicBezTo>
                    <a:pt x="10636" y="16102"/>
                    <a:pt x="8702" y="14888"/>
                    <a:pt x="7051" y="14888"/>
                  </a:cubicBezTo>
                  <a:cubicBezTo>
                    <a:pt x="5733" y="14888"/>
                    <a:pt x="4595" y="15661"/>
                    <a:pt x="4181" y="17630"/>
                  </a:cubicBezTo>
                  <a:cubicBezTo>
                    <a:pt x="3780" y="22301"/>
                    <a:pt x="6549" y="26370"/>
                    <a:pt x="9685" y="29973"/>
                  </a:cubicBezTo>
                  <a:cubicBezTo>
                    <a:pt x="8309" y="28427"/>
                    <a:pt x="6009" y="27440"/>
                    <a:pt x="4056" y="27440"/>
                  </a:cubicBezTo>
                  <a:cubicBezTo>
                    <a:pt x="1796" y="27440"/>
                    <a:pt x="1" y="28763"/>
                    <a:pt x="645" y="32074"/>
                  </a:cubicBezTo>
                  <a:cubicBezTo>
                    <a:pt x="2766" y="40250"/>
                    <a:pt x="11306" y="46115"/>
                    <a:pt x="20290" y="46115"/>
                  </a:cubicBezTo>
                  <a:cubicBezTo>
                    <a:pt x="22045" y="46115"/>
                    <a:pt x="23818" y="45891"/>
                    <a:pt x="25563" y="45417"/>
                  </a:cubicBezTo>
                  <a:cubicBezTo>
                    <a:pt x="42533" y="40830"/>
                    <a:pt x="42325" y="21360"/>
                    <a:pt x="36951" y="21360"/>
                  </a:cubicBezTo>
                  <a:cubicBezTo>
                    <a:pt x="35565" y="21360"/>
                    <a:pt x="33835" y="22656"/>
                    <a:pt x="31967" y="25836"/>
                  </a:cubicBezTo>
                  <a:cubicBezTo>
                    <a:pt x="33702" y="20866"/>
                    <a:pt x="34636" y="13294"/>
                    <a:pt x="32034" y="9992"/>
                  </a:cubicBezTo>
                  <a:cubicBezTo>
                    <a:pt x="31147" y="8858"/>
                    <a:pt x="30219" y="8392"/>
                    <a:pt x="29330" y="8392"/>
                  </a:cubicBezTo>
                  <a:cubicBezTo>
                    <a:pt x="27212" y="8392"/>
                    <a:pt x="25316" y="11043"/>
                    <a:pt x="24729" y="13628"/>
                  </a:cubicBezTo>
                  <a:cubicBezTo>
                    <a:pt x="25479" y="4773"/>
                    <a:pt x="22210" y="1"/>
                    <a:pt x="194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7" name="Google Shape;177;p9"/>
            <p:cNvSpPr/>
            <p:nvPr/>
          </p:nvSpPr>
          <p:spPr>
            <a:xfrm>
              <a:off x="1894850" y="903600"/>
              <a:ext cx="586275" cy="1109975"/>
            </a:xfrm>
            <a:custGeom>
              <a:avLst/>
              <a:gdLst/>
              <a:ahLst/>
              <a:cxnLst/>
              <a:rect l="l" t="t" r="r" b="b"/>
              <a:pathLst>
                <a:path w="23451" h="44399" extrusionOk="0">
                  <a:moveTo>
                    <a:pt x="11175" y="0"/>
                  </a:moveTo>
                  <a:cubicBezTo>
                    <a:pt x="11009" y="0"/>
                    <a:pt x="10875" y="167"/>
                    <a:pt x="10875" y="300"/>
                  </a:cubicBezTo>
                  <a:cubicBezTo>
                    <a:pt x="11042" y="2869"/>
                    <a:pt x="10508" y="5437"/>
                    <a:pt x="9441" y="7739"/>
                  </a:cubicBezTo>
                  <a:cubicBezTo>
                    <a:pt x="8807" y="6138"/>
                    <a:pt x="8140" y="4603"/>
                    <a:pt x="7473" y="3069"/>
                  </a:cubicBezTo>
                  <a:cubicBezTo>
                    <a:pt x="7395" y="2940"/>
                    <a:pt x="7278" y="2891"/>
                    <a:pt x="7151" y="2891"/>
                  </a:cubicBezTo>
                  <a:cubicBezTo>
                    <a:pt x="7114" y="2891"/>
                    <a:pt x="7077" y="2895"/>
                    <a:pt x="7039" y="2902"/>
                  </a:cubicBezTo>
                  <a:cubicBezTo>
                    <a:pt x="6872" y="2969"/>
                    <a:pt x="6839" y="3136"/>
                    <a:pt x="6872" y="3302"/>
                  </a:cubicBezTo>
                  <a:cubicBezTo>
                    <a:pt x="8474" y="6772"/>
                    <a:pt x="9841" y="10374"/>
                    <a:pt x="10975" y="13977"/>
                  </a:cubicBezTo>
                  <a:lnTo>
                    <a:pt x="10942" y="13977"/>
                  </a:lnTo>
                  <a:cubicBezTo>
                    <a:pt x="10319" y="14073"/>
                    <a:pt x="9689" y="14120"/>
                    <a:pt x="9060" y="14120"/>
                  </a:cubicBezTo>
                  <a:cubicBezTo>
                    <a:pt x="5980" y="14120"/>
                    <a:pt x="2900" y="12991"/>
                    <a:pt x="601" y="10941"/>
                  </a:cubicBezTo>
                  <a:cubicBezTo>
                    <a:pt x="548" y="10888"/>
                    <a:pt x="484" y="10867"/>
                    <a:pt x="418" y="10867"/>
                  </a:cubicBezTo>
                  <a:cubicBezTo>
                    <a:pt x="318" y="10867"/>
                    <a:pt x="214" y="10915"/>
                    <a:pt x="134" y="10975"/>
                  </a:cubicBezTo>
                  <a:cubicBezTo>
                    <a:pt x="1" y="11108"/>
                    <a:pt x="34" y="11308"/>
                    <a:pt x="168" y="11442"/>
                  </a:cubicBezTo>
                  <a:cubicBezTo>
                    <a:pt x="2069" y="13143"/>
                    <a:pt x="4504" y="14244"/>
                    <a:pt x="7006" y="14611"/>
                  </a:cubicBezTo>
                  <a:cubicBezTo>
                    <a:pt x="7673" y="14711"/>
                    <a:pt x="8348" y="14761"/>
                    <a:pt x="9024" y="14761"/>
                  </a:cubicBezTo>
                  <a:cubicBezTo>
                    <a:pt x="9699" y="14761"/>
                    <a:pt x="10375" y="14711"/>
                    <a:pt x="11042" y="14611"/>
                  </a:cubicBezTo>
                  <a:cubicBezTo>
                    <a:pt x="11109" y="14611"/>
                    <a:pt x="11142" y="14577"/>
                    <a:pt x="11175" y="14577"/>
                  </a:cubicBezTo>
                  <a:cubicBezTo>
                    <a:pt x="12343" y="18313"/>
                    <a:pt x="13310" y="22149"/>
                    <a:pt x="13977" y="26085"/>
                  </a:cubicBezTo>
                  <a:cubicBezTo>
                    <a:pt x="13525" y="26124"/>
                    <a:pt x="13071" y="26143"/>
                    <a:pt x="12617" y="26143"/>
                  </a:cubicBezTo>
                  <a:cubicBezTo>
                    <a:pt x="9124" y="26143"/>
                    <a:pt x="5637" y="25020"/>
                    <a:pt x="2803" y="22983"/>
                  </a:cubicBezTo>
                  <a:cubicBezTo>
                    <a:pt x="2751" y="22957"/>
                    <a:pt x="2689" y="22941"/>
                    <a:pt x="2627" y="22941"/>
                  </a:cubicBezTo>
                  <a:cubicBezTo>
                    <a:pt x="2529" y="22941"/>
                    <a:pt x="2430" y="22981"/>
                    <a:pt x="2369" y="23083"/>
                  </a:cubicBezTo>
                  <a:cubicBezTo>
                    <a:pt x="2302" y="23217"/>
                    <a:pt x="2302" y="23417"/>
                    <a:pt x="2469" y="23484"/>
                  </a:cubicBezTo>
                  <a:cubicBezTo>
                    <a:pt x="4671" y="25085"/>
                    <a:pt x="7306" y="26119"/>
                    <a:pt x="9975" y="26552"/>
                  </a:cubicBezTo>
                  <a:cubicBezTo>
                    <a:pt x="10905" y="26692"/>
                    <a:pt x="11851" y="26750"/>
                    <a:pt x="12792" y="26750"/>
                  </a:cubicBezTo>
                  <a:cubicBezTo>
                    <a:pt x="13200" y="26750"/>
                    <a:pt x="13607" y="26739"/>
                    <a:pt x="14011" y="26719"/>
                  </a:cubicBezTo>
                  <a:lnTo>
                    <a:pt x="14044" y="26719"/>
                  </a:lnTo>
                  <a:cubicBezTo>
                    <a:pt x="15045" y="32457"/>
                    <a:pt x="15545" y="38294"/>
                    <a:pt x="15479" y="44098"/>
                  </a:cubicBezTo>
                  <a:cubicBezTo>
                    <a:pt x="15479" y="44265"/>
                    <a:pt x="15612" y="44399"/>
                    <a:pt x="15712" y="44399"/>
                  </a:cubicBezTo>
                  <a:lnTo>
                    <a:pt x="15779" y="44399"/>
                  </a:lnTo>
                  <a:cubicBezTo>
                    <a:pt x="15946" y="44399"/>
                    <a:pt x="16112" y="44265"/>
                    <a:pt x="16112" y="44098"/>
                  </a:cubicBezTo>
                  <a:cubicBezTo>
                    <a:pt x="16146" y="38961"/>
                    <a:pt x="15779" y="33891"/>
                    <a:pt x="15012" y="28787"/>
                  </a:cubicBezTo>
                  <a:cubicBezTo>
                    <a:pt x="18381" y="27653"/>
                    <a:pt x="21349" y="25452"/>
                    <a:pt x="23384" y="22583"/>
                  </a:cubicBezTo>
                  <a:cubicBezTo>
                    <a:pt x="23451" y="22416"/>
                    <a:pt x="23384" y="22216"/>
                    <a:pt x="23284" y="22116"/>
                  </a:cubicBezTo>
                  <a:cubicBezTo>
                    <a:pt x="23232" y="22090"/>
                    <a:pt x="23171" y="22074"/>
                    <a:pt x="23109" y="22074"/>
                  </a:cubicBezTo>
                  <a:cubicBezTo>
                    <a:pt x="23011" y="22074"/>
                    <a:pt x="22912" y="22114"/>
                    <a:pt x="22850" y="22216"/>
                  </a:cubicBezTo>
                  <a:cubicBezTo>
                    <a:pt x="20882" y="24951"/>
                    <a:pt x="18114" y="27053"/>
                    <a:pt x="14878" y="28187"/>
                  </a:cubicBezTo>
                  <a:cubicBezTo>
                    <a:pt x="14344" y="24684"/>
                    <a:pt x="13611" y="21215"/>
                    <a:pt x="12677" y="17779"/>
                  </a:cubicBezTo>
                  <a:cubicBezTo>
                    <a:pt x="14678" y="15411"/>
                    <a:pt x="16112" y="12576"/>
                    <a:pt x="16846" y="9607"/>
                  </a:cubicBezTo>
                  <a:cubicBezTo>
                    <a:pt x="16880" y="9440"/>
                    <a:pt x="16813" y="9273"/>
                    <a:pt x="16646" y="9240"/>
                  </a:cubicBezTo>
                  <a:cubicBezTo>
                    <a:pt x="16618" y="9234"/>
                    <a:pt x="16590" y="9232"/>
                    <a:pt x="16563" y="9232"/>
                  </a:cubicBezTo>
                  <a:cubicBezTo>
                    <a:pt x="16427" y="9232"/>
                    <a:pt x="16307" y="9301"/>
                    <a:pt x="16279" y="9440"/>
                  </a:cubicBezTo>
                  <a:cubicBezTo>
                    <a:pt x="15612" y="12209"/>
                    <a:pt x="14278" y="14844"/>
                    <a:pt x="12510" y="17046"/>
                  </a:cubicBezTo>
                  <a:cubicBezTo>
                    <a:pt x="11709" y="14177"/>
                    <a:pt x="10775" y="11275"/>
                    <a:pt x="9708" y="8506"/>
                  </a:cubicBezTo>
                  <a:lnTo>
                    <a:pt x="9774" y="8439"/>
                  </a:lnTo>
                  <a:cubicBezTo>
                    <a:pt x="11109" y="5938"/>
                    <a:pt x="11676" y="3102"/>
                    <a:pt x="11509" y="267"/>
                  </a:cubicBezTo>
                  <a:cubicBezTo>
                    <a:pt x="11509" y="100"/>
                    <a:pt x="11342" y="0"/>
                    <a:pt x="111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78" name="Google Shape;178;p9"/>
          <p:cNvGrpSpPr/>
          <p:nvPr/>
        </p:nvGrpSpPr>
        <p:grpSpPr>
          <a:xfrm rot="1506053" flipH="1">
            <a:off x="1117517" y="5375469"/>
            <a:ext cx="1642847" cy="2274840"/>
            <a:chOff x="9601332" y="3570186"/>
            <a:chExt cx="1128185" cy="1562191"/>
          </a:xfrm>
        </p:grpSpPr>
        <p:sp>
          <p:nvSpPr>
            <p:cNvPr id="179" name="Google Shape;179;p9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0" name="Google Shape;180;p9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1" name="Google Shape;181;p9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2" name="Google Shape;182;p9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3" name="Google Shape;183;p9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4" name="Google Shape;184;p9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5" name="Google Shape;185;p9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6" name="Google Shape;186;p9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87" name="Google Shape;187;p9"/>
          <p:cNvGrpSpPr/>
          <p:nvPr/>
        </p:nvGrpSpPr>
        <p:grpSpPr>
          <a:xfrm rot="8100000" flipH="1">
            <a:off x="157467" y="-1025741"/>
            <a:ext cx="1355656" cy="2164036"/>
            <a:chOff x="8529317" y="3813271"/>
            <a:chExt cx="934909" cy="1492397"/>
          </a:xfrm>
        </p:grpSpPr>
        <p:sp>
          <p:nvSpPr>
            <p:cNvPr id="188" name="Google Shape;188;p9"/>
            <p:cNvSpPr/>
            <p:nvPr/>
          </p:nvSpPr>
          <p:spPr>
            <a:xfrm rot="-899960">
              <a:off x="8662782" y="3880642"/>
              <a:ext cx="667980" cy="1119317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89" name="Google Shape;189;p9"/>
            <p:cNvSpPr/>
            <p:nvPr/>
          </p:nvSpPr>
          <p:spPr>
            <a:xfrm rot="-899960">
              <a:off x="8857578" y="4064306"/>
              <a:ext cx="407813" cy="1209189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90" name="Google Shape;190;p9"/>
          <p:cNvGrpSpPr/>
          <p:nvPr/>
        </p:nvGrpSpPr>
        <p:grpSpPr>
          <a:xfrm rot="8697874">
            <a:off x="-485328" y="5896"/>
            <a:ext cx="1073259" cy="1576744"/>
            <a:chOff x="9601332" y="3570186"/>
            <a:chExt cx="1128185" cy="1562191"/>
          </a:xfrm>
        </p:grpSpPr>
        <p:sp>
          <p:nvSpPr>
            <p:cNvPr id="191" name="Google Shape;191;p9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2" name="Google Shape;192;p9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3" name="Google Shape;193;p9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4" name="Google Shape;194;p9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5" name="Google Shape;195;p9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6" name="Google Shape;196;p9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7" name="Google Shape;197;p9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98" name="Google Shape;198;p9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99" name="Google Shape;199;p9"/>
          <p:cNvGrpSpPr/>
          <p:nvPr/>
        </p:nvGrpSpPr>
        <p:grpSpPr>
          <a:xfrm rot="-8999956">
            <a:off x="11005090" y="-238837"/>
            <a:ext cx="1137508" cy="1473168"/>
            <a:chOff x="2833850" y="2350550"/>
            <a:chExt cx="853150" cy="1104900"/>
          </a:xfrm>
        </p:grpSpPr>
        <p:sp>
          <p:nvSpPr>
            <p:cNvPr id="200" name="Google Shape;200;p9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1" name="Google Shape;201;p9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245800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"/>
          <p:cNvSpPr txBox="1">
            <a:spLocks noGrp="1"/>
          </p:cNvSpPr>
          <p:nvPr>
            <p:ph type="title"/>
          </p:nvPr>
        </p:nvSpPr>
        <p:spPr>
          <a:xfrm>
            <a:off x="4835033" y="3827267"/>
            <a:ext cx="6403600" cy="166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96000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"/>
          <p:cNvSpPr txBox="1">
            <a:spLocks noGrp="1"/>
          </p:cNvSpPr>
          <p:nvPr>
            <p:ph type="title" hasCustomPrompt="1"/>
          </p:nvPr>
        </p:nvSpPr>
        <p:spPr>
          <a:xfrm>
            <a:off x="2251200" y="2104567"/>
            <a:ext cx="7689600" cy="201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206" name="Google Shape;206;p11"/>
          <p:cNvSpPr txBox="1">
            <a:spLocks noGrp="1"/>
          </p:cNvSpPr>
          <p:nvPr>
            <p:ph type="subTitle" idx="1"/>
          </p:nvPr>
        </p:nvSpPr>
        <p:spPr>
          <a:xfrm>
            <a:off x="2251200" y="4119433"/>
            <a:ext cx="7689600" cy="63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207" name="Google Shape;207;p11"/>
          <p:cNvGrpSpPr/>
          <p:nvPr/>
        </p:nvGrpSpPr>
        <p:grpSpPr>
          <a:xfrm rot="9872014" flipH="1">
            <a:off x="1050679" y="-634575"/>
            <a:ext cx="762501" cy="1600169"/>
            <a:chOff x="3912125" y="621725"/>
            <a:chExt cx="668000" cy="1401850"/>
          </a:xfrm>
        </p:grpSpPr>
        <p:sp>
          <p:nvSpPr>
            <p:cNvPr id="208" name="Google Shape;208;p11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9" name="Google Shape;209;p11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10" name="Google Shape;210;p11"/>
          <p:cNvGrpSpPr/>
          <p:nvPr/>
        </p:nvGrpSpPr>
        <p:grpSpPr>
          <a:xfrm rot="-2700000" flipH="1">
            <a:off x="11135941" y="4383960"/>
            <a:ext cx="1225865" cy="1317521"/>
            <a:chOff x="1603825" y="2277075"/>
            <a:chExt cx="1062450" cy="1193375"/>
          </a:xfrm>
        </p:grpSpPr>
        <p:sp>
          <p:nvSpPr>
            <p:cNvPr id="211" name="Google Shape;211;p11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2" name="Google Shape;212;p11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13" name="Google Shape;213;p11"/>
          <p:cNvGrpSpPr/>
          <p:nvPr/>
        </p:nvGrpSpPr>
        <p:grpSpPr>
          <a:xfrm rot="2152442" flipH="1">
            <a:off x="-55987" y="4491991"/>
            <a:ext cx="890659" cy="1869116"/>
            <a:chOff x="3912125" y="621725"/>
            <a:chExt cx="668000" cy="1401850"/>
          </a:xfrm>
        </p:grpSpPr>
        <p:sp>
          <p:nvSpPr>
            <p:cNvPr id="214" name="Google Shape;214;p11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5" name="Google Shape;215;p11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16" name="Google Shape;216;p11"/>
          <p:cNvGrpSpPr/>
          <p:nvPr/>
        </p:nvGrpSpPr>
        <p:grpSpPr>
          <a:xfrm rot="3144145" flipH="1">
            <a:off x="601339" y="5549666"/>
            <a:ext cx="1137511" cy="1473172"/>
            <a:chOff x="2833850" y="2350550"/>
            <a:chExt cx="853150" cy="1104900"/>
          </a:xfrm>
        </p:grpSpPr>
        <p:sp>
          <p:nvSpPr>
            <p:cNvPr id="217" name="Google Shape;217;p11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8" name="Google Shape;218;p11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19" name="Google Shape;219;p11"/>
          <p:cNvGrpSpPr/>
          <p:nvPr/>
        </p:nvGrpSpPr>
        <p:grpSpPr>
          <a:xfrm rot="-7799162">
            <a:off x="10578072" y="-478104"/>
            <a:ext cx="890665" cy="1869131"/>
            <a:chOff x="3912125" y="621725"/>
            <a:chExt cx="668000" cy="1401850"/>
          </a:xfrm>
        </p:grpSpPr>
        <p:sp>
          <p:nvSpPr>
            <p:cNvPr id="220" name="Google Shape;220;p11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1" name="Google Shape;221;p11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22" name="Google Shape;222;p11"/>
          <p:cNvGrpSpPr/>
          <p:nvPr/>
        </p:nvGrpSpPr>
        <p:grpSpPr>
          <a:xfrm rot="-7799162">
            <a:off x="11069703" y="762743"/>
            <a:ext cx="1137532" cy="1473197"/>
            <a:chOff x="2833850" y="2350550"/>
            <a:chExt cx="853150" cy="1104900"/>
          </a:xfrm>
        </p:grpSpPr>
        <p:sp>
          <p:nvSpPr>
            <p:cNvPr id="223" name="Google Shape;223;p11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4" name="Google Shape;224;p11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25" name="Google Shape;225;p11"/>
          <p:cNvGrpSpPr/>
          <p:nvPr/>
        </p:nvGrpSpPr>
        <p:grpSpPr>
          <a:xfrm rot="8783172" flipH="1">
            <a:off x="-210706" y="-154823"/>
            <a:ext cx="1308385" cy="1926528"/>
            <a:chOff x="3922000" y="2234050"/>
            <a:chExt cx="981275" cy="1444875"/>
          </a:xfrm>
        </p:grpSpPr>
        <p:sp>
          <p:nvSpPr>
            <p:cNvPr id="226" name="Google Shape;226;p11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7" name="Google Shape;227;p11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817937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41404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3"/>
          <p:cNvSpPr txBox="1">
            <a:spLocks noGrp="1"/>
          </p:cNvSpPr>
          <p:nvPr>
            <p:ph type="title" hasCustomPrompt="1"/>
          </p:nvPr>
        </p:nvSpPr>
        <p:spPr>
          <a:xfrm>
            <a:off x="1445200" y="2225555"/>
            <a:ext cx="1448000" cy="10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6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31" name="Google Shape;231;p13"/>
          <p:cNvSpPr txBox="1">
            <a:spLocks noGrp="1"/>
          </p:cNvSpPr>
          <p:nvPr>
            <p:ph type="subTitle" idx="1"/>
          </p:nvPr>
        </p:nvSpPr>
        <p:spPr>
          <a:xfrm>
            <a:off x="3092331" y="2612200"/>
            <a:ext cx="3021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32" name="Google Shape;232;p13"/>
          <p:cNvSpPr txBox="1">
            <a:spLocks noGrp="1"/>
          </p:cNvSpPr>
          <p:nvPr>
            <p:ph type="title" idx="2" hasCustomPrompt="1"/>
          </p:nvPr>
        </p:nvSpPr>
        <p:spPr>
          <a:xfrm>
            <a:off x="6195533" y="2225555"/>
            <a:ext cx="1448000" cy="10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6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33" name="Google Shape;233;p13"/>
          <p:cNvSpPr txBox="1">
            <a:spLocks noGrp="1"/>
          </p:cNvSpPr>
          <p:nvPr>
            <p:ph type="subTitle" idx="3"/>
          </p:nvPr>
        </p:nvSpPr>
        <p:spPr>
          <a:xfrm>
            <a:off x="7725584" y="2612200"/>
            <a:ext cx="3021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34" name="Google Shape;234;p13"/>
          <p:cNvSpPr txBox="1">
            <a:spLocks noGrp="1"/>
          </p:cNvSpPr>
          <p:nvPr>
            <p:ph type="title" idx="4" hasCustomPrompt="1"/>
          </p:nvPr>
        </p:nvSpPr>
        <p:spPr>
          <a:xfrm>
            <a:off x="1445200" y="4103421"/>
            <a:ext cx="1448000" cy="10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6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35" name="Google Shape;235;p13"/>
          <p:cNvSpPr txBox="1">
            <a:spLocks noGrp="1"/>
          </p:cNvSpPr>
          <p:nvPr>
            <p:ph type="subTitle" idx="5"/>
          </p:nvPr>
        </p:nvSpPr>
        <p:spPr>
          <a:xfrm>
            <a:off x="3092331" y="4496099"/>
            <a:ext cx="3021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36" name="Google Shape;236;p13"/>
          <p:cNvSpPr txBox="1">
            <a:spLocks noGrp="1"/>
          </p:cNvSpPr>
          <p:nvPr>
            <p:ph type="title" idx="6" hasCustomPrompt="1"/>
          </p:nvPr>
        </p:nvSpPr>
        <p:spPr>
          <a:xfrm>
            <a:off x="6195533" y="4103421"/>
            <a:ext cx="1448000" cy="10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6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37" name="Google Shape;237;p13"/>
          <p:cNvSpPr txBox="1">
            <a:spLocks noGrp="1"/>
          </p:cNvSpPr>
          <p:nvPr>
            <p:ph type="subTitle" idx="7"/>
          </p:nvPr>
        </p:nvSpPr>
        <p:spPr>
          <a:xfrm>
            <a:off x="7725584" y="4496099"/>
            <a:ext cx="3021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38" name="Google Shape;238;p13"/>
          <p:cNvSpPr txBox="1">
            <a:spLocks noGrp="1"/>
          </p:cNvSpPr>
          <p:nvPr>
            <p:ph type="title" idx="8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9" name="Google Shape;239;p13"/>
          <p:cNvSpPr txBox="1">
            <a:spLocks noGrp="1"/>
          </p:cNvSpPr>
          <p:nvPr>
            <p:ph type="subTitle" idx="9"/>
          </p:nvPr>
        </p:nvSpPr>
        <p:spPr>
          <a:xfrm>
            <a:off x="3084383" y="2165333"/>
            <a:ext cx="3021200" cy="55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40" name="Google Shape;240;p13"/>
          <p:cNvSpPr txBox="1">
            <a:spLocks noGrp="1"/>
          </p:cNvSpPr>
          <p:nvPr>
            <p:ph type="subTitle" idx="13"/>
          </p:nvPr>
        </p:nvSpPr>
        <p:spPr>
          <a:xfrm>
            <a:off x="7725600" y="2165333"/>
            <a:ext cx="3021200" cy="55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41" name="Google Shape;241;p13"/>
          <p:cNvSpPr txBox="1">
            <a:spLocks noGrp="1"/>
          </p:cNvSpPr>
          <p:nvPr>
            <p:ph type="subTitle" idx="14"/>
          </p:nvPr>
        </p:nvSpPr>
        <p:spPr>
          <a:xfrm>
            <a:off x="3084383" y="4044368"/>
            <a:ext cx="3021200" cy="55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42" name="Google Shape;242;p13"/>
          <p:cNvSpPr txBox="1">
            <a:spLocks noGrp="1"/>
          </p:cNvSpPr>
          <p:nvPr>
            <p:ph type="subTitle" idx="15"/>
          </p:nvPr>
        </p:nvSpPr>
        <p:spPr>
          <a:xfrm>
            <a:off x="7725600" y="4044368"/>
            <a:ext cx="3021200" cy="55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243" name="Google Shape;243;p13"/>
          <p:cNvGrpSpPr/>
          <p:nvPr/>
        </p:nvGrpSpPr>
        <p:grpSpPr>
          <a:xfrm rot="8100000">
            <a:off x="-148719" y="117154"/>
            <a:ext cx="1137523" cy="1473185"/>
            <a:chOff x="2833850" y="2350550"/>
            <a:chExt cx="853150" cy="1104900"/>
          </a:xfrm>
        </p:grpSpPr>
        <p:sp>
          <p:nvSpPr>
            <p:cNvPr id="244" name="Google Shape;244;p13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5" name="Google Shape;245;p13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46" name="Google Shape;246;p13"/>
          <p:cNvGrpSpPr/>
          <p:nvPr/>
        </p:nvGrpSpPr>
        <p:grpSpPr>
          <a:xfrm rot="8697874">
            <a:off x="1210092" y="-184920"/>
            <a:ext cx="1073259" cy="1576744"/>
            <a:chOff x="9601332" y="3570186"/>
            <a:chExt cx="1128185" cy="1562191"/>
          </a:xfrm>
        </p:grpSpPr>
        <p:sp>
          <p:nvSpPr>
            <p:cNvPr id="247" name="Google Shape;247;p13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8" name="Google Shape;248;p13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9" name="Google Shape;249;p13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0" name="Google Shape;250;p13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1" name="Google Shape;251;p13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2" name="Google Shape;252;p13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3" name="Google Shape;253;p13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4" name="Google Shape;254;p13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55" name="Google Shape;255;p13"/>
          <p:cNvGrpSpPr/>
          <p:nvPr/>
        </p:nvGrpSpPr>
        <p:grpSpPr>
          <a:xfrm rot="-7962588">
            <a:off x="10566998" y="-436474"/>
            <a:ext cx="712365" cy="1494953"/>
            <a:chOff x="3912125" y="621725"/>
            <a:chExt cx="668000" cy="1401850"/>
          </a:xfrm>
        </p:grpSpPr>
        <p:sp>
          <p:nvSpPr>
            <p:cNvPr id="256" name="Google Shape;256;p13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7" name="Google Shape;257;p13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58" name="Google Shape;258;p13"/>
          <p:cNvGrpSpPr/>
          <p:nvPr/>
        </p:nvGrpSpPr>
        <p:grpSpPr>
          <a:xfrm rot="-7525031">
            <a:off x="11124655" y="211502"/>
            <a:ext cx="1106475" cy="1629068"/>
            <a:chOff x="2943425" y="3566975"/>
            <a:chExt cx="981275" cy="1444875"/>
          </a:xfrm>
        </p:grpSpPr>
        <p:sp>
          <p:nvSpPr>
            <p:cNvPr id="259" name="Google Shape;259;p13"/>
            <p:cNvSpPr/>
            <p:nvPr/>
          </p:nvSpPr>
          <p:spPr>
            <a:xfrm>
              <a:off x="2943425" y="3566975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0" name="Google Shape;260;p13"/>
            <p:cNvSpPr/>
            <p:nvPr/>
          </p:nvSpPr>
          <p:spPr>
            <a:xfrm>
              <a:off x="3062825" y="3709950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61" name="Google Shape;261;p13"/>
          <p:cNvGrpSpPr/>
          <p:nvPr/>
        </p:nvGrpSpPr>
        <p:grpSpPr>
          <a:xfrm rot="-2014825">
            <a:off x="11187284" y="5221466"/>
            <a:ext cx="788357" cy="1935009"/>
            <a:chOff x="2978125" y="596500"/>
            <a:chExt cx="591275" cy="1451275"/>
          </a:xfrm>
        </p:grpSpPr>
        <p:sp>
          <p:nvSpPr>
            <p:cNvPr id="262" name="Google Shape;262;p13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3" name="Google Shape;263;p13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162856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4"/>
          <p:cNvSpPr txBox="1">
            <a:spLocks noGrp="1"/>
          </p:cNvSpPr>
          <p:nvPr>
            <p:ph type="title"/>
          </p:nvPr>
        </p:nvSpPr>
        <p:spPr>
          <a:xfrm>
            <a:off x="3053367" y="4037317"/>
            <a:ext cx="6085200" cy="7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66" name="Google Shape;266;p14"/>
          <p:cNvSpPr txBox="1">
            <a:spLocks noGrp="1"/>
          </p:cNvSpPr>
          <p:nvPr>
            <p:ph type="subTitle" idx="1"/>
          </p:nvPr>
        </p:nvSpPr>
        <p:spPr>
          <a:xfrm>
            <a:off x="1705733" y="2111484"/>
            <a:ext cx="8780400" cy="191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4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267" name="Google Shape;267;p14"/>
          <p:cNvGrpSpPr/>
          <p:nvPr/>
        </p:nvGrpSpPr>
        <p:grpSpPr>
          <a:xfrm rot="-1506053">
            <a:off x="9803538" y="5134379"/>
            <a:ext cx="1361401" cy="2173208"/>
            <a:chOff x="8529317" y="3813271"/>
            <a:chExt cx="934909" cy="1492397"/>
          </a:xfrm>
        </p:grpSpPr>
        <p:sp>
          <p:nvSpPr>
            <p:cNvPr id="268" name="Google Shape;268;p14"/>
            <p:cNvSpPr/>
            <p:nvPr/>
          </p:nvSpPr>
          <p:spPr>
            <a:xfrm rot="-899960">
              <a:off x="8662782" y="3880642"/>
              <a:ext cx="667980" cy="1119317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9" name="Google Shape;269;p14"/>
            <p:cNvSpPr/>
            <p:nvPr/>
          </p:nvSpPr>
          <p:spPr>
            <a:xfrm rot="-899960">
              <a:off x="8857578" y="4064306"/>
              <a:ext cx="407813" cy="1209189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70" name="Google Shape;270;p14"/>
          <p:cNvGrpSpPr/>
          <p:nvPr/>
        </p:nvGrpSpPr>
        <p:grpSpPr>
          <a:xfrm rot="-1506053">
            <a:off x="10888683" y="4671403"/>
            <a:ext cx="1642847" cy="2274840"/>
            <a:chOff x="9601332" y="3570186"/>
            <a:chExt cx="1128185" cy="1562191"/>
          </a:xfrm>
        </p:grpSpPr>
        <p:sp>
          <p:nvSpPr>
            <p:cNvPr id="271" name="Google Shape;271;p14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2" name="Google Shape;272;p14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3" name="Google Shape;273;p14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4" name="Google Shape;274;p14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5" name="Google Shape;275;p14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6" name="Google Shape;276;p14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7" name="Google Shape;277;p14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8" name="Google Shape;278;p14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79" name="Google Shape;279;p14"/>
          <p:cNvGrpSpPr/>
          <p:nvPr/>
        </p:nvGrpSpPr>
        <p:grpSpPr>
          <a:xfrm rot="1837954">
            <a:off x="-94531" y="5338167"/>
            <a:ext cx="1571928" cy="1765636"/>
            <a:chOff x="625250" y="3610000"/>
            <a:chExt cx="1062450" cy="1193375"/>
          </a:xfrm>
        </p:grpSpPr>
        <p:sp>
          <p:nvSpPr>
            <p:cNvPr id="280" name="Google Shape;280;p14"/>
            <p:cNvSpPr/>
            <p:nvPr/>
          </p:nvSpPr>
          <p:spPr>
            <a:xfrm>
              <a:off x="625250" y="3610000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1" name="Google Shape;281;p14"/>
            <p:cNvSpPr/>
            <p:nvPr/>
          </p:nvSpPr>
          <p:spPr>
            <a:xfrm>
              <a:off x="786200" y="3812475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82" name="Google Shape;282;p14"/>
          <p:cNvGrpSpPr/>
          <p:nvPr/>
        </p:nvGrpSpPr>
        <p:grpSpPr>
          <a:xfrm rot="-7879032">
            <a:off x="10465863" y="-578168"/>
            <a:ext cx="1192583" cy="1756013"/>
            <a:chOff x="2943425" y="3566975"/>
            <a:chExt cx="981275" cy="1444875"/>
          </a:xfrm>
        </p:grpSpPr>
        <p:sp>
          <p:nvSpPr>
            <p:cNvPr id="283" name="Google Shape;283;p14"/>
            <p:cNvSpPr/>
            <p:nvPr/>
          </p:nvSpPr>
          <p:spPr>
            <a:xfrm>
              <a:off x="2943425" y="3566975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4" name="Google Shape;284;p14"/>
            <p:cNvSpPr/>
            <p:nvPr/>
          </p:nvSpPr>
          <p:spPr>
            <a:xfrm>
              <a:off x="3062825" y="3709950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85" name="Google Shape;285;p14"/>
          <p:cNvGrpSpPr/>
          <p:nvPr/>
        </p:nvGrpSpPr>
        <p:grpSpPr>
          <a:xfrm rot="-8100000">
            <a:off x="11160660" y="120363"/>
            <a:ext cx="1361473" cy="2173323"/>
            <a:chOff x="8529317" y="3813271"/>
            <a:chExt cx="934909" cy="1492397"/>
          </a:xfrm>
        </p:grpSpPr>
        <p:sp>
          <p:nvSpPr>
            <p:cNvPr id="286" name="Google Shape;286;p14"/>
            <p:cNvSpPr/>
            <p:nvPr/>
          </p:nvSpPr>
          <p:spPr>
            <a:xfrm rot="-899960">
              <a:off x="8662782" y="3880642"/>
              <a:ext cx="667980" cy="1119317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7" name="Google Shape;287;p14"/>
            <p:cNvSpPr/>
            <p:nvPr/>
          </p:nvSpPr>
          <p:spPr>
            <a:xfrm rot="-899960">
              <a:off x="8857578" y="4064306"/>
              <a:ext cx="407813" cy="1209189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88" name="Google Shape;288;p14"/>
          <p:cNvGrpSpPr/>
          <p:nvPr/>
        </p:nvGrpSpPr>
        <p:grpSpPr>
          <a:xfrm rot="8100000">
            <a:off x="-256306" y="194938"/>
            <a:ext cx="1137523" cy="1473185"/>
            <a:chOff x="2833850" y="2350550"/>
            <a:chExt cx="853150" cy="1104900"/>
          </a:xfrm>
        </p:grpSpPr>
        <p:sp>
          <p:nvSpPr>
            <p:cNvPr id="289" name="Google Shape;289;p14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0" name="Google Shape;290;p14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291" name="Google Shape;291;p14"/>
          <p:cNvGrpSpPr/>
          <p:nvPr/>
        </p:nvGrpSpPr>
        <p:grpSpPr>
          <a:xfrm rot="8697874">
            <a:off x="1102505" y="-325337"/>
            <a:ext cx="1073259" cy="1576744"/>
            <a:chOff x="9601332" y="3570186"/>
            <a:chExt cx="1128185" cy="1562191"/>
          </a:xfrm>
        </p:grpSpPr>
        <p:sp>
          <p:nvSpPr>
            <p:cNvPr id="292" name="Google Shape;292;p14"/>
            <p:cNvSpPr/>
            <p:nvPr/>
          </p:nvSpPr>
          <p:spPr>
            <a:xfrm rot="-899960">
              <a:off x="10002034" y="3586793"/>
              <a:ext cx="201844" cy="558383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3" name="Google Shape;293;p14"/>
            <p:cNvSpPr/>
            <p:nvPr/>
          </p:nvSpPr>
          <p:spPr>
            <a:xfrm rot="-899960">
              <a:off x="9759439" y="3909956"/>
              <a:ext cx="274392" cy="495360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4" name="Google Shape;294;p14"/>
            <p:cNvSpPr/>
            <p:nvPr/>
          </p:nvSpPr>
          <p:spPr>
            <a:xfrm rot="-899960">
              <a:off x="10199377" y="3832251"/>
              <a:ext cx="361114" cy="404613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5" name="Google Shape;295;p14"/>
            <p:cNvSpPr/>
            <p:nvPr/>
          </p:nvSpPr>
          <p:spPr>
            <a:xfrm rot="-899960">
              <a:off x="10219163" y="4229867"/>
              <a:ext cx="449487" cy="32536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6" name="Google Shape;296;p14"/>
            <p:cNvSpPr/>
            <p:nvPr/>
          </p:nvSpPr>
          <p:spPr>
            <a:xfrm rot="-899960">
              <a:off x="10254037" y="4547105"/>
              <a:ext cx="451162" cy="247318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7" name="Google Shape;297;p14"/>
            <p:cNvSpPr/>
            <p:nvPr/>
          </p:nvSpPr>
          <p:spPr>
            <a:xfrm rot="-899960">
              <a:off x="9656633" y="4198434"/>
              <a:ext cx="356114" cy="474236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8" name="Google Shape;298;p14"/>
            <p:cNvSpPr/>
            <p:nvPr/>
          </p:nvSpPr>
          <p:spPr>
            <a:xfrm rot="-899960">
              <a:off x="9707214" y="4612038"/>
              <a:ext cx="308591" cy="314416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9" name="Google Shape;299;p14"/>
            <p:cNvSpPr/>
            <p:nvPr/>
          </p:nvSpPr>
          <p:spPr>
            <a:xfrm rot="-899960">
              <a:off x="9774757" y="3937821"/>
              <a:ext cx="723853" cy="1119967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1415397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02" name="Google Shape;302;p15"/>
          <p:cNvGrpSpPr/>
          <p:nvPr/>
        </p:nvGrpSpPr>
        <p:grpSpPr>
          <a:xfrm rot="3600019">
            <a:off x="19112" y="5448677"/>
            <a:ext cx="1348627" cy="1892600"/>
            <a:chOff x="4841950" y="633750"/>
            <a:chExt cx="1039100" cy="1458225"/>
          </a:xfrm>
        </p:grpSpPr>
        <p:sp>
          <p:nvSpPr>
            <p:cNvPr id="303" name="Google Shape;303;p15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4" name="Google Shape;304;p15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5" name="Google Shape;305;p15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6" name="Google Shape;306;p15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7" name="Google Shape;307;p15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8" name="Google Shape;308;p15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9" name="Google Shape;309;p15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0" name="Google Shape;310;p15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11" name="Google Shape;311;p15"/>
          <p:cNvGrpSpPr/>
          <p:nvPr/>
        </p:nvGrpSpPr>
        <p:grpSpPr>
          <a:xfrm rot="-8100000" flipH="1">
            <a:off x="11051312" y="-289057"/>
            <a:ext cx="1254313" cy="1408881"/>
            <a:chOff x="1603825" y="2277075"/>
            <a:chExt cx="1062450" cy="1193375"/>
          </a:xfrm>
        </p:grpSpPr>
        <p:sp>
          <p:nvSpPr>
            <p:cNvPr id="312" name="Google Shape;312;p15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3" name="Google Shape;313;p15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60979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6"/>
          <p:cNvSpPr txBox="1">
            <a:spLocks noGrp="1"/>
          </p:cNvSpPr>
          <p:nvPr>
            <p:ph type="subTitle" idx="1"/>
          </p:nvPr>
        </p:nvSpPr>
        <p:spPr>
          <a:xfrm>
            <a:off x="6234367" y="3993217"/>
            <a:ext cx="4859600" cy="11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16" name="Google Shape;316;p16"/>
          <p:cNvSpPr txBox="1">
            <a:spLocks noGrp="1"/>
          </p:cNvSpPr>
          <p:nvPr>
            <p:ph type="title"/>
          </p:nvPr>
        </p:nvSpPr>
        <p:spPr>
          <a:xfrm>
            <a:off x="6234367" y="1711584"/>
            <a:ext cx="4859600" cy="218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4267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17" name="Google Shape;317;p16"/>
          <p:cNvGrpSpPr/>
          <p:nvPr/>
        </p:nvGrpSpPr>
        <p:grpSpPr>
          <a:xfrm rot="-7434548">
            <a:off x="10479922" y="-513807"/>
            <a:ext cx="1023189" cy="1325115"/>
            <a:chOff x="2833850" y="2350550"/>
            <a:chExt cx="853150" cy="1104900"/>
          </a:xfrm>
        </p:grpSpPr>
        <p:sp>
          <p:nvSpPr>
            <p:cNvPr id="318" name="Google Shape;318;p16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9" name="Google Shape;319;p16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20" name="Google Shape;320;p16"/>
          <p:cNvGrpSpPr/>
          <p:nvPr/>
        </p:nvGrpSpPr>
        <p:grpSpPr>
          <a:xfrm rot="990298">
            <a:off x="-191262" y="5110986"/>
            <a:ext cx="1385473" cy="1944309"/>
            <a:chOff x="4841950" y="633750"/>
            <a:chExt cx="1039100" cy="1458225"/>
          </a:xfrm>
        </p:grpSpPr>
        <p:sp>
          <p:nvSpPr>
            <p:cNvPr id="321" name="Google Shape;321;p16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2" name="Google Shape;322;p16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3" name="Google Shape;323;p16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4" name="Google Shape;324;p16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5" name="Google Shape;325;p16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6" name="Google Shape;326;p16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7" name="Google Shape;327;p16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8" name="Google Shape;328;p16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29" name="Google Shape;329;p16"/>
          <p:cNvGrpSpPr/>
          <p:nvPr/>
        </p:nvGrpSpPr>
        <p:grpSpPr>
          <a:xfrm>
            <a:off x="1086568" y="5895059"/>
            <a:ext cx="1217568" cy="1367767"/>
            <a:chOff x="1603825" y="2277075"/>
            <a:chExt cx="1062450" cy="1193375"/>
          </a:xfrm>
        </p:grpSpPr>
        <p:sp>
          <p:nvSpPr>
            <p:cNvPr id="330" name="Google Shape;330;p16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1" name="Google Shape;331;p16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32" name="Google Shape;332;p16"/>
          <p:cNvGrpSpPr/>
          <p:nvPr/>
        </p:nvGrpSpPr>
        <p:grpSpPr>
          <a:xfrm rot="6477070">
            <a:off x="798828" y="-470987"/>
            <a:ext cx="826149" cy="1761964"/>
            <a:chOff x="5213900" y="2291150"/>
            <a:chExt cx="619625" cy="1321500"/>
          </a:xfrm>
        </p:grpSpPr>
        <p:sp>
          <p:nvSpPr>
            <p:cNvPr id="333" name="Google Shape;333;p16"/>
            <p:cNvSpPr/>
            <p:nvPr/>
          </p:nvSpPr>
          <p:spPr>
            <a:xfrm>
              <a:off x="5213900" y="2291150"/>
              <a:ext cx="619625" cy="1079225"/>
            </a:xfrm>
            <a:custGeom>
              <a:avLst/>
              <a:gdLst/>
              <a:ahLst/>
              <a:cxnLst/>
              <a:rect l="l" t="t" r="r" b="b"/>
              <a:pathLst>
                <a:path w="24785" h="43169" extrusionOk="0">
                  <a:moveTo>
                    <a:pt x="14737" y="0"/>
                  </a:moveTo>
                  <a:cubicBezTo>
                    <a:pt x="13652" y="0"/>
                    <a:pt x="12568" y="159"/>
                    <a:pt x="11542" y="471"/>
                  </a:cubicBezTo>
                  <a:cubicBezTo>
                    <a:pt x="8039" y="1572"/>
                    <a:pt x="5171" y="4308"/>
                    <a:pt x="3436" y="7543"/>
                  </a:cubicBezTo>
                  <a:cubicBezTo>
                    <a:pt x="1635" y="10745"/>
                    <a:pt x="868" y="14448"/>
                    <a:pt x="634" y="18117"/>
                  </a:cubicBezTo>
                  <a:cubicBezTo>
                    <a:pt x="0" y="26824"/>
                    <a:pt x="2135" y="35730"/>
                    <a:pt x="6605" y="43169"/>
                  </a:cubicBezTo>
                  <a:cubicBezTo>
                    <a:pt x="12843" y="36964"/>
                    <a:pt x="17179" y="29359"/>
                    <a:pt x="21015" y="21620"/>
                  </a:cubicBezTo>
                  <a:cubicBezTo>
                    <a:pt x="22483" y="18618"/>
                    <a:pt x="23951" y="15549"/>
                    <a:pt x="24351" y="12213"/>
                  </a:cubicBezTo>
                  <a:cubicBezTo>
                    <a:pt x="24785" y="8877"/>
                    <a:pt x="24051" y="5242"/>
                    <a:pt x="21782" y="2806"/>
                  </a:cubicBezTo>
                  <a:cubicBezTo>
                    <a:pt x="19967" y="920"/>
                    <a:pt x="17351" y="0"/>
                    <a:pt x="147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4" name="Google Shape;334;p16"/>
            <p:cNvSpPr/>
            <p:nvPr/>
          </p:nvSpPr>
          <p:spPr>
            <a:xfrm>
              <a:off x="5333975" y="2434475"/>
              <a:ext cx="258550" cy="1178175"/>
            </a:xfrm>
            <a:custGeom>
              <a:avLst/>
              <a:gdLst/>
              <a:ahLst/>
              <a:cxnLst/>
              <a:rect l="l" t="t" r="r" b="b"/>
              <a:pathLst>
                <a:path w="10342" h="47127" extrusionOk="0">
                  <a:moveTo>
                    <a:pt x="9992" y="1"/>
                  </a:moveTo>
                  <a:cubicBezTo>
                    <a:pt x="9856" y="1"/>
                    <a:pt x="9735" y="70"/>
                    <a:pt x="9708" y="209"/>
                  </a:cubicBezTo>
                  <a:cubicBezTo>
                    <a:pt x="5705" y="15487"/>
                    <a:pt x="2469" y="31165"/>
                    <a:pt x="34" y="46742"/>
                  </a:cubicBezTo>
                  <a:cubicBezTo>
                    <a:pt x="1" y="46909"/>
                    <a:pt x="134" y="47076"/>
                    <a:pt x="301" y="47109"/>
                  </a:cubicBezTo>
                  <a:cubicBezTo>
                    <a:pt x="337" y="47121"/>
                    <a:pt x="371" y="47127"/>
                    <a:pt x="402" y="47127"/>
                  </a:cubicBezTo>
                  <a:cubicBezTo>
                    <a:pt x="544" y="47127"/>
                    <a:pt x="628" y="47013"/>
                    <a:pt x="601" y="46876"/>
                  </a:cubicBezTo>
                  <a:cubicBezTo>
                    <a:pt x="3036" y="31265"/>
                    <a:pt x="6272" y="15653"/>
                    <a:pt x="10275" y="376"/>
                  </a:cubicBezTo>
                  <a:cubicBezTo>
                    <a:pt x="10341" y="209"/>
                    <a:pt x="10241" y="42"/>
                    <a:pt x="10075" y="9"/>
                  </a:cubicBezTo>
                  <a:cubicBezTo>
                    <a:pt x="10047" y="3"/>
                    <a:pt x="10019" y="1"/>
                    <a:pt x="99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35" name="Google Shape;335;p16"/>
          <p:cNvGrpSpPr/>
          <p:nvPr/>
        </p:nvGrpSpPr>
        <p:grpSpPr>
          <a:xfrm rot="8564605">
            <a:off x="43019" y="-39596"/>
            <a:ext cx="934384" cy="1960877"/>
            <a:chOff x="3912125" y="621725"/>
            <a:chExt cx="668000" cy="1401850"/>
          </a:xfrm>
        </p:grpSpPr>
        <p:sp>
          <p:nvSpPr>
            <p:cNvPr id="336" name="Google Shape;336;p16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37" name="Google Shape;337;p16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38" name="Google Shape;338;p16"/>
          <p:cNvGrpSpPr/>
          <p:nvPr/>
        </p:nvGrpSpPr>
        <p:grpSpPr>
          <a:xfrm rot="-10067064">
            <a:off x="11426197" y="-130804"/>
            <a:ext cx="890704" cy="1869213"/>
            <a:chOff x="3912125" y="621725"/>
            <a:chExt cx="668000" cy="1401850"/>
          </a:xfrm>
        </p:grpSpPr>
        <p:sp>
          <p:nvSpPr>
            <p:cNvPr id="339" name="Google Shape;339;p16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0" name="Google Shape;340;p16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8855470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3" name="Google Shape;343;p17"/>
          <p:cNvSpPr txBox="1">
            <a:spLocks noGrp="1"/>
          </p:cNvSpPr>
          <p:nvPr>
            <p:ph type="subTitle" idx="1"/>
          </p:nvPr>
        </p:nvSpPr>
        <p:spPr>
          <a:xfrm>
            <a:off x="960000" y="1541967"/>
            <a:ext cx="10272000" cy="14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44" name="Google Shape;344;p17"/>
          <p:cNvGrpSpPr/>
          <p:nvPr/>
        </p:nvGrpSpPr>
        <p:grpSpPr>
          <a:xfrm rot="-7914914">
            <a:off x="10653668" y="-598949"/>
            <a:ext cx="788331" cy="1934945"/>
            <a:chOff x="2978125" y="596500"/>
            <a:chExt cx="591275" cy="1451275"/>
          </a:xfrm>
        </p:grpSpPr>
        <p:sp>
          <p:nvSpPr>
            <p:cNvPr id="345" name="Google Shape;345;p17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6" name="Google Shape;346;p17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47" name="Google Shape;347;p17"/>
          <p:cNvGrpSpPr/>
          <p:nvPr/>
        </p:nvGrpSpPr>
        <p:grpSpPr>
          <a:xfrm rot="-8999878">
            <a:off x="11220841" y="322244"/>
            <a:ext cx="1077504" cy="1586568"/>
            <a:chOff x="3922000" y="2234050"/>
            <a:chExt cx="981275" cy="1444875"/>
          </a:xfrm>
        </p:grpSpPr>
        <p:sp>
          <p:nvSpPr>
            <p:cNvPr id="348" name="Google Shape;348;p17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9" name="Google Shape;349;p17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50" name="Google Shape;350;p17"/>
          <p:cNvGrpSpPr/>
          <p:nvPr/>
        </p:nvGrpSpPr>
        <p:grpSpPr>
          <a:xfrm rot="8100000" flipH="1">
            <a:off x="-109098" y="-75599"/>
            <a:ext cx="1225865" cy="1317521"/>
            <a:chOff x="1603825" y="2277075"/>
            <a:chExt cx="1062450" cy="1193375"/>
          </a:xfrm>
        </p:grpSpPr>
        <p:sp>
          <p:nvSpPr>
            <p:cNvPr id="351" name="Google Shape;351;p17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2" name="Google Shape;352;p17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53" name="Google Shape;353;p17"/>
          <p:cNvGrpSpPr/>
          <p:nvPr/>
        </p:nvGrpSpPr>
        <p:grpSpPr>
          <a:xfrm rot="2876396" flipH="1">
            <a:off x="-288153" y="4935791"/>
            <a:ext cx="1247296" cy="1750397"/>
            <a:chOff x="4841950" y="633750"/>
            <a:chExt cx="1039100" cy="1458225"/>
          </a:xfrm>
        </p:grpSpPr>
        <p:sp>
          <p:nvSpPr>
            <p:cNvPr id="354" name="Google Shape;354;p17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5" name="Google Shape;355;p17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8" name="Google Shape;358;p17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9" name="Google Shape;359;p17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0" name="Google Shape;360;p17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1" name="Google Shape;361;p17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62" name="Google Shape;362;p17"/>
          <p:cNvGrpSpPr/>
          <p:nvPr/>
        </p:nvGrpSpPr>
        <p:grpSpPr>
          <a:xfrm rot="2026789" flipH="1">
            <a:off x="901416" y="5824991"/>
            <a:ext cx="1103720" cy="1186199"/>
            <a:chOff x="1603825" y="2277075"/>
            <a:chExt cx="1062450" cy="1193375"/>
          </a:xfrm>
        </p:grpSpPr>
        <p:sp>
          <p:nvSpPr>
            <p:cNvPr id="363" name="Google Shape;363;p17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65" name="Google Shape;365;p17"/>
          <p:cNvGrpSpPr/>
          <p:nvPr/>
        </p:nvGrpSpPr>
        <p:grpSpPr>
          <a:xfrm rot="-2700000" flipH="1">
            <a:off x="11163642" y="5513691"/>
            <a:ext cx="762557" cy="1600287"/>
            <a:chOff x="3912125" y="621725"/>
            <a:chExt cx="668000" cy="1401850"/>
          </a:xfrm>
        </p:grpSpPr>
        <p:sp>
          <p:nvSpPr>
            <p:cNvPr id="366" name="Google Shape;366;p17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7" name="Google Shape;367;p17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886408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8"/>
          <p:cNvSpPr txBox="1">
            <a:spLocks noGrp="1"/>
          </p:cNvSpPr>
          <p:nvPr>
            <p:ph type="subTitle" idx="1"/>
          </p:nvPr>
        </p:nvSpPr>
        <p:spPr>
          <a:xfrm>
            <a:off x="960000" y="3332148"/>
            <a:ext cx="3115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70" name="Google Shape;370;p18"/>
          <p:cNvSpPr txBox="1">
            <a:spLocks noGrp="1"/>
          </p:cNvSpPr>
          <p:nvPr>
            <p:ph type="subTitle" idx="2"/>
          </p:nvPr>
        </p:nvSpPr>
        <p:spPr>
          <a:xfrm>
            <a:off x="960000" y="3779099"/>
            <a:ext cx="3115200" cy="10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71" name="Google Shape;371;p18"/>
          <p:cNvSpPr txBox="1">
            <a:spLocks noGrp="1"/>
          </p:cNvSpPr>
          <p:nvPr>
            <p:ph type="subTitle" idx="3"/>
          </p:nvPr>
        </p:nvSpPr>
        <p:spPr>
          <a:xfrm>
            <a:off x="4538400" y="3779099"/>
            <a:ext cx="3115200" cy="10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72" name="Google Shape;372;p18"/>
          <p:cNvSpPr txBox="1">
            <a:spLocks noGrp="1"/>
          </p:cNvSpPr>
          <p:nvPr>
            <p:ph type="subTitle" idx="4"/>
          </p:nvPr>
        </p:nvSpPr>
        <p:spPr>
          <a:xfrm>
            <a:off x="8116800" y="3779099"/>
            <a:ext cx="3115200" cy="10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73" name="Google Shape;373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74" name="Google Shape;374;p18"/>
          <p:cNvSpPr txBox="1">
            <a:spLocks noGrp="1"/>
          </p:cNvSpPr>
          <p:nvPr>
            <p:ph type="subTitle" idx="5"/>
          </p:nvPr>
        </p:nvSpPr>
        <p:spPr>
          <a:xfrm>
            <a:off x="4538400" y="3332148"/>
            <a:ext cx="3115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75" name="Google Shape;375;p18"/>
          <p:cNvSpPr txBox="1">
            <a:spLocks noGrp="1"/>
          </p:cNvSpPr>
          <p:nvPr>
            <p:ph type="subTitle" idx="6"/>
          </p:nvPr>
        </p:nvSpPr>
        <p:spPr>
          <a:xfrm>
            <a:off x="8116800" y="3332148"/>
            <a:ext cx="3115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76" name="Google Shape;376;p18"/>
          <p:cNvGrpSpPr/>
          <p:nvPr/>
        </p:nvGrpSpPr>
        <p:grpSpPr>
          <a:xfrm rot="2876396" flipH="1">
            <a:off x="-288153" y="4935791"/>
            <a:ext cx="1247296" cy="1750397"/>
            <a:chOff x="4841950" y="633750"/>
            <a:chExt cx="1039100" cy="1458225"/>
          </a:xfrm>
        </p:grpSpPr>
        <p:sp>
          <p:nvSpPr>
            <p:cNvPr id="377" name="Google Shape;377;p18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8" name="Google Shape;378;p18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9" name="Google Shape;379;p18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0" name="Google Shape;380;p18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1" name="Google Shape;381;p18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2" name="Google Shape;382;p18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3" name="Google Shape;383;p18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4" name="Google Shape;384;p18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85" name="Google Shape;385;p18"/>
          <p:cNvGrpSpPr/>
          <p:nvPr/>
        </p:nvGrpSpPr>
        <p:grpSpPr>
          <a:xfrm rot="2026789" flipH="1">
            <a:off x="901416" y="5824991"/>
            <a:ext cx="1103720" cy="1186199"/>
            <a:chOff x="1603825" y="2277075"/>
            <a:chExt cx="1062450" cy="1193375"/>
          </a:xfrm>
        </p:grpSpPr>
        <p:sp>
          <p:nvSpPr>
            <p:cNvPr id="386" name="Google Shape;386;p18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87" name="Google Shape;387;p18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88" name="Google Shape;388;p18"/>
          <p:cNvGrpSpPr/>
          <p:nvPr/>
        </p:nvGrpSpPr>
        <p:grpSpPr>
          <a:xfrm rot="-7914914">
            <a:off x="10653668" y="-598949"/>
            <a:ext cx="788331" cy="1934945"/>
            <a:chOff x="2978125" y="596500"/>
            <a:chExt cx="591275" cy="1451275"/>
          </a:xfrm>
        </p:grpSpPr>
        <p:sp>
          <p:nvSpPr>
            <p:cNvPr id="389" name="Google Shape;389;p18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0" name="Google Shape;390;p18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91" name="Google Shape;391;p18"/>
          <p:cNvGrpSpPr/>
          <p:nvPr/>
        </p:nvGrpSpPr>
        <p:grpSpPr>
          <a:xfrm rot="-8999878">
            <a:off x="11220841" y="322244"/>
            <a:ext cx="1077504" cy="1586568"/>
            <a:chOff x="3922000" y="2234050"/>
            <a:chExt cx="981275" cy="1444875"/>
          </a:xfrm>
        </p:grpSpPr>
        <p:sp>
          <p:nvSpPr>
            <p:cNvPr id="392" name="Google Shape;392;p18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3" name="Google Shape;393;p18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94" name="Google Shape;394;p18"/>
          <p:cNvGrpSpPr/>
          <p:nvPr/>
        </p:nvGrpSpPr>
        <p:grpSpPr>
          <a:xfrm rot="-2700000" flipH="1">
            <a:off x="11163642" y="5513691"/>
            <a:ext cx="762557" cy="1600287"/>
            <a:chOff x="3912125" y="621725"/>
            <a:chExt cx="668000" cy="1401850"/>
          </a:xfrm>
        </p:grpSpPr>
        <p:sp>
          <p:nvSpPr>
            <p:cNvPr id="395" name="Google Shape;395;p18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6" name="Google Shape;396;p18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97" name="Google Shape;397;p18"/>
          <p:cNvGrpSpPr/>
          <p:nvPr/>
        </p:nvGrpSpPr>
        <p:grpSpPr>
          <a:xfrm rot="8100000" flipH="1">
            <a:off x="-109098" y="-75599"/>
            <a:ext cx="1225865" cy="1317521"/>
            <a:chOff x="1603825" y="2277075"/>
            <a:chExt cx="1062450" cy="1193375"/>
          </a:xfrm>
        </p:grpSpPr>
        <p:sp>
          <p:nvSpPr>
            <p:cNvPr id="398" name="Google Shape;398;p18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99" name="Google Shape;399;p18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212106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9"/>
          <p:cNvSpPr txBox="1">
            <a:spLocks noGrp="1"/>
          </p:cNvSpPr>
          <p:nvPr>
            <p:ph type="subTitle" idx="1"/>
          </p:nvPr>
        </p:nvSpPr>
        <p:spPr>
          <a:xfrm>
            <a:off x="3764593" y="2582633"/>
            <a:ext cx="31284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2" name="Google Shape;402;p19"/>
          <p:cNvSpPr txBox="1">
            <a:spLocks noGrp="1"/>
          </p:cNvSpPr>
          <p:nvPr>
            <p:ph type="subTitle" idx="2"/>
          </p:nvPr>
        </p:nvSpPr>
        <p:spPr>
          <a:xfrm>
            <a:off x="3764580" y="3033300"/>
            <a:ext cx="31284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3" name="Google Shape;403;p19"/>
          <p:cNvSpPr txBox="1">
            <a:spLocks noGrp="1"/>
          </p:cNvSpPr>
          <p:nvPr>
            <p:ph type="subTitle" idx="3"/>
          </p:nvPr>
        </p:nvSpPr>
        <p:spPr>
          <a:xfrm>
            <a:off x="7089279" y="3033300"/>
            <a:ext cx="31284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4" name="Google Shape;404;p19"/>
          <p:cNvSpPr txBox="1">
            <a:spLocks noGrp="1"/>
          </p:cNvSpPr>
          <p:nvPr>
            <p:ph type="subTitle" idx="4"/>
          </p:nvPr>
        </p:nvSpPr>
        <p:spPr>
          <a:xfrm>
            <a:off x="3764580" y="5421477"/>
            <a:ext cx="31284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5" name="Google Shape;405;p19"/>
          <p:cNvSpPr txBox="1">
            <a:spLocks noGrp="1"/>
          </p:cNvSpPr>
          <p:nvPr>
            <p:ph type="subTitle" idx="5"/>
          </p:nvPr>
        </p:nvSpPr>
        <p:spPr>
          <a:xfrm>
            <a:off x="7089279" y="5421477"/>
            <a:ext cx="31284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6" name="Google Shape;406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07" name="Google Shape;407;p19"/>
          <p:cNvSpPr txBox="1">
            <a:spLocks noGrp="1"/>
          </p:cNvSpPr>
          <p:nvPr>
            <p:ph type="subTitle" idx="6"/>
          </p:nvPr>
        </p:nvSpPr>
        <p:spPr>
          <a:xfrm>
            <a:off x="3764593" y="4970811"/>
            <a:ext cx="31284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8" name="Google Shape;408;p19"/>
          <p:cNvSpPr txBox="1">
            <a:spLocks noGrp="1"/>
          </p:cNvSpPr>
          <p:nvPr>
            <p:ph type="subTitle" idx="7"/>
          </p:nvPr>
        </p:nvSpPr>
        <p:spPr>
          <a:xfrm>
            <a:off x="7089287" y="2582633"/>
            <a:ext cx="31284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9" name="Google Shape;409;p19"/>
          <p:cNvSpPr txBox="1">
            <a:spLocks noGrp="1"/>
          </p:cNvSpPr>
          <p:nvPr>
            <p:ph type="subTitle" idx="8"/>
          </p:nvPr>
        </p:nvSpPr>
        <p:spPr>
          <a:xfrm>
            <a:off x="7089287" y="4970811"/>
            <a:ext cx="31284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10" name="Google Shape;410;p19"/>
          <p:cNvGrpSpPr/>
          <p:nvPr/>
        </p:nvGrpSpPr>
        <p:grpSpPr>
          <a:xfrm rot="-9872014">
            <a:off x="10200342" y="-634575"/>
            <a:ext cx="762501" cy="1600169"/>
            <a:chOff x="3912125" y="621725"/>
            <a:chExt cx="668000" cy="1401850"/>
          </a:xfrm>
        </p:grpSpPr>
        <p:sp>
          <p:nvSpPr>
            <p:cNvPr id="411" name="Google Shape;411;p19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2" name="Google Shape;412;p19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13" name="Google Shape;413;p19"/>
          <p:cNvGrpSpPr/>
          <p:nvPr/>
        </p:nvGrpSpPr>
        <p:grpSpPr>
          <a:xfrm rot="-8783172">
            <a:off x="10915845" y="-154823"/>
            <a:ext cx="1308385" cy="1926528"/>
            <a:chOff x="3922000" y="2234050"/>
            <a:chExt cx="981275" cy="1444875"/>
          </a:xfrm>
        </p:grpSpPr>
        <p:sp>
          <p:nvSpPr>
            <p:cNvPr id="414" name="Google Shape;414;p19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5" name="Google Shape;415;p19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16" name="Google Shape;416;p19"/>
          <p:cNvGrpSpPr/>
          <p:nvPr/>
        </p:nvGrpSpPr>
        <p:grpSpPr>
          <a:xfrm rot="1850279">
            <a:off x="461072" y="5047451"/>
            <a:ext cx="1385433" cy="1944255"/>
            <a:chOff x="4841950" y="633750"/>
            <a:chExt cx="1039100" cy="1458225"/>
          </a:xfrm>
        </p:grpSpPr>
        <p:sp>
          <p:nvSpPr>
            <p:cNvPr id="417" name="Google Shape;417;p19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8" name="Google Shape;418;p19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9" name="Google Shape;419;p19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0" name="Google Shape;420;p19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1" name="Google Shape;421;p19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2" name="Google Shape;422;p19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3" name="Google Shape;423;p19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4" name="Google Shape;424;p19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25" name="Google Shape;425;p19"/>
          <p:cNvGrpSpPr/>
          <p:nvPr/>
        </p:nvGrpSpPr>
        <p:grpSpPr>
          <a:xfrm rot="-2152442">
            <a:off x="11178851" y="4491991"/>
            <a:ext cx="890659" cy="1869116"/>
            <a:chOff x="3912125" y="621725"/>
            <a:chExt cx="668000" cy="1401850"/>
          </a:xfrm>
        </p:grpSpPr>
        <p:sp>
          <p:nvSpPr>
            <p:cNvPr id="426" name="Google Shape;426;p19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7" name="Google Shape;427;p19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28" name="Google Shape;428;p19"/>
          <p:cNvGrpSpPr/>
          <p:nvPr/>
        </p:nvGrpSpPr>
        <p:grpSpPr>
          <a:xfrm rot="-3144145">
            <a:off x="10274674" y="5549666"/>
            <a:ext cx="1137511" cy="1473172"/>
            <a:chOff x="2833850" y="2350550"/>
            <a:chExt cx="853150" cy="1104900"/>
          </a:xfrm>
        </p:grpSpPr>
        <p:sp>
          <p:nvSpPr>
            <p:cNvPr id="429" name="Google Shape;429;p19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0" name="Google Shape;430;p19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31" name="Google Shape;431;p19"/>
          <p:cNvGrpSpPr/>
          <p:nvPr/>
        </p:nvGrpSpPr>
        <p:grpSpPr>
          <a:xfrm rot="2700000">
            <a:off x="-348282" y="4383960"/>
            <a:ext cx="1225865" cy="1317521"/>
            <a:chOff x="1603825" y="2277075"/>
            <a:chExt cx="1062450" cy="1193375"/>
          </a:xfrm>
        </p:grpSpPr>
        <p:sp>
          <p:nvSpPr>
            <p:cNvPr id="432" name="Google Shape;432;p19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3" name="Google Shape;433;p19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628805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36" name="Google Shape;436;p20"/>
          <p:cNvSpPr txBox="1">
            <a:spLocks noGrp="1"/>
          </p:cNvSpPr>
          <p:nvPr>
            <p:ph type="subTitle" idx="1"/>
          </p:nvPr>
        </p:nvSpPr>
        <p:spPr>
          <a:xfrm>
            <a:off x="1250031" y="2973449"/>
            <a:ext cx="2939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7" name="Google Shape;437;p20"/>
          <p:cNvSpPr txBox="1">
            <a:spLocks noGrp="1"/>
          </p:cNvSpPr>
          <p:nvPr>
            <p:ph type="subTitle" idx="2"/>
          </p:nvPr>
        </p:nvSpPr>
        <p:spPr>
          <a:xfrm>
            <a:off x="4626359" y="2973449"/>
            <a:ext cx="2939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8" name="Google Shape;438;p20"/>
          <p:cNvSpPr txBox="1">
            <a:spLocks noGrp="1"/>
          </p:cNvSpPr>
          <p:nvPr>
            <p:ph type="subTitle" idx="3"/>
          </p:nvPr>
        </p:nvSpPr>
        <p:spPr>
          <a:xfrm>
            <a:off x="8002685" y="2973449"/>
            <a:ext cx="2939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9" name="Google Shape;439;p20"/>
          <p:cNvSpPr txBox="1">
            <a:spLocks noGrp="1"/>
          </p:cNvSpPr>
          <p:nvPr>
            <p:ph type="subTitle" idx="4"/>
          </p:nvPr>
        </p:nvSpPr>
        <p:spPr>
          <a:xfrm>
            <a:off x="1250031" y="4954001"/>
            <a:ext cx="2939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0" name="Google Shape;440;p20"/>
          <p:cNvSpPr txBox="1">
            <a:spLocks noGrp="1"/>
          </p:cNvSpPr>
          <p:nvPr>
            <p:ph type="subTitle" idx="5"/>
          </p:nvPr>
        </p:nvSpPr>
        <p:spPr>
          <a:xfrm>
            <a:off x="4626359" y="4954001"/>
            <a:ext cx="2939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1" name="Google Shape;441;p20"/>
          <p:cNvSpPr txBox="1">
            <a:spLocks noGrp="1"/>
          </p:cNvSpPr>
          <p:nvPr>
            <p:ph type="subTitle" idx="6"/>
          </p:nvPr>
        </p:nvSpPr>
        <p:spPr>
          <a:xfrm>
            <a:off x="8002685" y="4954001"/>
            <a:ext cx="29392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2" name="Google Shape;442;p20"/>
          <p:cNvSpPr txBox="1">
            <a:spLocks noGrp="1"/>
          </p:cNvSpPr>
          <p:nvPr>
            <p:ph type="subTitle" idx="7"/>
          </p:nvPr>
        </p:nvSpPr>
        <p:spPr>
          <a:xfrm>
            <a:off x="1243867" y="2447321"/>
            <a:ext cx="2939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3" name="Google Shape;443;p20"/>
          <p:cNvSpPr txBox="1">
            <a:spLocks noGrp="1"/>
          </p:cNvSpPr>
          <p:nvPr>
            <p:ph type="subTitle" idx="8"/>
          </p:nvPr>
        </p:nvSpPr>
        <p:spPr>
          <a:xfrm>
            <a:off x="4626359" y="2447321"/>
            <a:ext cx="2939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4" name="Google Shape;444;p20"/>
          <p:cNvSpPr txBox="1">
            <a:spLocks noGrp="1"/>
          </p:cNvSpPr>
          <p:nvPr>
            <p:ph type="subTitle" idx="9"/>
          </p:nvPr>
        </p:nvSpPr>
        <p:spPr>
          <a:xfrm>
            <a:off x="8008849" y="2447321"/>
            <a:ext cx="2939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5" name="Google Shape;445;p20"/>
          <p:cNvSpPr txBox="1">
            <a:spLocks noGrp="1"/>
          </p:cNvSpPr>
          <p:nvPr>
            <p:ph type="subTitle" idx="13"/>
          </p:nvPr>
        </p:nvSpPr>
        <p:spPr>
          <a:xfrm>
            <a:off x="1243867" y="4444219"/>
            <a:ext cx="2939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6" name="Google Shape;446;p20"/>
          <p:cNvSpPr txBox="1">
            <a:spLocks noGrp="1"/>
          </p:cNvSpPr>
          <p:nvPr>
            <p:ph type="subTitle" idx="14"/>
          </p:nvPr>
        </p:nvSpPr>
        <p:spPr>
          <a:xfrm>
            <a:off x="4626359" y="4444219"/>
            <a:ext cx="2939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7" name="Google Shape;447;p20"/>
          <p:cNvSpPr txBox="1">
            <a:spLocks noGrp="1"/>
          </p:cNvSpPr>
          <p:nvPr>
            <p:ph type="subTitle" idx="15"/>
          </p:nvPr>
        </p:nvSpPr>
        <p:spPr>
          <a:xfrm>
            <a:off x="8008849" y="4444219"/>
            <a:ext cx="2939200" cy="548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933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48" name="Google Shape;448;p20"/>
          <p:cNvGrpSpPr/>
          <p:nvPr/>
        </p:nvGrpSpPr>
        <p:grpSpPr>
          <a:xfrm rot="-8100000">
            <a:off x="11332465" y="193766"/>
            <a:ext cx="890659" cy="1869116"/>
            <a:chOff x="3912125" y="621725"/>
            <a:chExt cx="668000" cy="1401850"/>
          </a:xfrm>
        </p:grpSpPr>
        <p:sp>
          <p:nvSpPr>
            <p:cNvPr id="449" name="Google Shape;449;p20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0" name="Google Shape;450;p20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51" name="Google Shape;451;p20"/>
          <p:cNvGrpSpPr/>
          <p:nvPr/>
        </p:nvGrpSpPr>
        <p:grpSpPr>
          <a:xfrm rot="2195099">
            <a:off x="-95169" y="5337766"/>
            <a:ext cx="1019880" cy="1145559"/>
            <a:chOff x="1603825" y="2277075"/>
            <a:chExt cx="1062450" cy="1193375"/>
          </a:xfrm>
        </p:grpSpPr>
        <p:sp>
          <p:nvSpPr>
            <p:cNvPr id="452" name="Google Shape;452;p20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3" name="Google Shape;453;p20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54" name="Google Shape;454;p20"/>
          <p:cNvGrpSpPr/>
          <p:nvPr/>
        </p:nvGrpSpPr>
        <p:grpSpPr>
          <a:xfrm rot="388111">
            <a:off x="835919" y="5800910"/>
            <a:ext cx="941871" cy="1386855"/>
            <a:chOff x="3922000" y="2234050"/>
            <a:chExt cx="981275" cy="1444875"/>
          </a:xfrm>
        </p:grpSpPr>
        <p:sp>
          <p:nvSpPr>
            <p:cNvPr id="455" name="Google Shape;455;p20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6" name="Google Shape;456;p20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57" name="Google Shape;457;p20"/>
          <p:cNvGrpSpPr/>
          <p:nvPr/>
        </p:nvGrpSpPr>
        <p:grpSpPr>
          <a:xfrm rot="6477070">
            <a:off x="798828" y="-470987"/>
            <a:ext cx="826149" cy="1761964"/>
            <a:chOff x="5213900" y="2291150"/>
            <a:chExt cx="619625" cy="1321500"/>
          </a:xfrm>
        </p:grpSpPr>
        <p:sp>
          <p:nvSpPr>
            <p:cNvPr id="458" name="Google Shape;458;p20"/>
            <p:cNvSpPr/>
            <p:nvPr/>
          </p:nvSpPr>
          <p:spPr>
            <a:xfrm>
              <a:off x="5213900" y="2291150"/>
              <a:ext cx="619625" cy="1079225"/>
            </a:xfrm>
            <a:custGeom>
              <a:avLst/>
              <a:gdLst/>
              <a:ahLst/>
              <a:cxnLst/>
              <a:rect l="l" t="t" r="r" b="b"/>
              <a:pathLst>
                <a:path w="24785" h="43169" extrusionOk="0">
                  <a:moveTo>
                    <a:pt x="14737" y="0"/>
                  </a:moveTo>
                  <a:cubicBezTo>
                    <a:pt x="13652" y="0"/>
                    <a:pt x="12568" y="159"/>
                    <a:pt x="11542" y="471"/>
                  </a:cubicBezTo>
                  <a:cubicBezTo>
                    <a:pt x="8039" y="1572"/>
                    <a:pt x="5171" y="4308"/>
                    <a:pt x="3436" y="7543"/>
                  </a:cubicBezTo>
                  <a:cubicBezTo>
                    <a:pt x="1635" y="10745"/>
                    <a:pt x="868" y="14448"/>
                    <a:pt x="634" y="18117"/>
                  </a:cubicBezTo>
                  <a:cubicBezTo>
                    <a:pt x="0" y="26824"/>
                    <a:pt x="2135" y="35730"/>
                    <a:pt x="6605" y="43169"/>
                  </a:cubicBezTo>
                  <a:cubicBezTo>
                    <a:pt x="12843" y="36964"/>
                    <a:pt x="17179" y="29359"/>
                    <a:pt x="21015" y="21620"/>
                  </a:cubicBezTo>
                  <a:cubicBezTo>
                    <a:pt x="22483" y="18618"/>
                    <a:pt x="23951" y="15549"/>
                    <a:pt x="24351" y="12213"/>
                  </a:cubicBezTo>
                  <a:cubicBezTo>
                    <a:pt x="24785" y="8877"/>
                    <a:pt x="24051" y="5242"/>
                    <a:pt x="21782" y="2806"/>
                  </a:cubicBezTo>
                  <a:cubicBezTo>
                    <a:pt x="19967" y="920"/>
                    <a:pt x="17351" y="0"/>
                    <a:pt x="147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9" name="Google Shape;459;p20"/>
            <p:cNvSpPr/>
            <p:nvPr/>
          </p:nvSpPr>
          <p:spPr>
            <a:xfrm>
              <a:off x="5333975" y="2434475"/>
              <a:ext cx="258550" cy="1178175"/>
            </a:xfrm>
            <a:custGeom>
              <a:avLst/>
              <a:gdLst/>
              <a:ahLst/>
              <a:cxnLst/>
              <a:rect l="l" t="t" r="r" b="b"/>
              <a:pathLst>
                <a:path w="10342" h="47127" extrusionOk="0">
                  <a:moveTo>
                    <a:pt x="9992" y="1"/>
                  </a:moveTo>
                  <a:cubicBezTo>
                    <a:pt x="9856" y="1"/>
                    <a:pt x="9735" y="70"/>
                    <a:pt x="9708" y="209"/>
                  </a:cubicBezTo>
                  <a:cubicBezTo>
                    <a:pt x="5705" y="15487"/>
                    <a:pt x="2469" y="31165"/>
                    <a:pt x="34" y="46742"/>
                  </a:cubicBezTo>
                  <a:cubicBezTo>
                    <a:pt x="1" y="46909"/>
                    <a:pt x="134" y="47076"/>
                    <a:pt x="301" y="47109"/>
                  </a:cubicBezTo>
                  <a:cubicBezTo>
                    <a:pt x="337" y="47121"/>
                    <a:pt x="371" y="47127"/>
                    <a:pt x="402" y="47127"/>
                  </a:cubicBezTo>
                  <a:cubicBezTo>
                    <a:pt x="544" y="47127"/>
                    <a:pt x="628" y="47013"/>
                    <a:pt x="601" y="46876"/>
                  </a:cubicBezTo>
                  <a:cubicBezTo>
                    <a:pt x="3036" y="31265"/>
                    <a:pt x="6272" y="15653"/>
                    <a:pt x="10275" y="376"/>
                  </a:cubicBezTo>
                  <a:cubicBezTo>
                    <a:pt x="10341" y="209"/>
                    <a:pt x="10241" y="42"/>
                    <a:pt x="10075" y="9"/>
                  </a:cubicBezTo>
                  <a:cubicBezTo>
                    <a:pt x="10047" y="3"/>
                    <a:pt x="10019" y="1"/>
                    <a:pt x="99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60" name="Google Shape;460;p20"/>
          <p:cNvGrpSpPr/>
          <p:nvPr/>
        </p:nvGrpSpPr>
        <p:grpSpPr>
          <a:xfrm rot="8564605">
            <a:off x="43019" y="-39596"/>
            <a:ext cx="934384" cy="1960877"/>
            <a:chOff x="3912125" y="621725"/>
            <a:chExt cx="668000" cy="1401850"/>
          </a:xfrm>
        </p:grpSpPr>
        <p:sp>
          <p:nvSpPr>
            <p:cNvPr id="461" name="Google Shape;461;p20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2" name="Google Shape;462;p20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63" name="Google Shape;463;p20"/>
          <p:cNvGrpSpPr/>
          <p:nvPr/>
        </p:nvGrpSpPr>
        <p:grpSpPr>
          <a:xfrm rot="-1611584">
            <a:off x="11119779" y="4539291"/>
            <a:ext cx="1308344" cy="1926467"/>
            <a:chOff x="3922000" y="2234050"/>
            <a:chExt cx="981275" cy="1444875"/>
          </a:xfrm>
        </p:grpSpPr>
        <p:sp>
          <p:nvSpPr>
            <p:cNvPr id="464" name="Google Shape;464;p20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5" name="Google Shape;465;p20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66" name="Google Shape;466;p20"/>
          <p:cNvGrpSpPr/>
          <p:nvPr/>
        </p:nvGrpSpPr>
        <p:grpSpPr>
          <a:xfrm rot="709829" flipH="1">
            <a:off x="9820598" y="5627470"/>
            <a:ext cx="1171191" cy="1315516"/>
            <a:chOff x="1603825" y="2277075"/>
            <a:chExt cx="1062450" cy="1193375"/>
          </a:xfrm>
        </p:grpSpPr>
        <p:sp>
          <p:nvSpPr>
            <p:cNvPr id="467" name="Google Shape;467;p20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8" name="Google Shape;468;p20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69" name="Google Shape;469;p20"/>
          <p:cNvGrpSpPr/>
          <p:nvPr/>
        </p:nvGrpSpPr>
        <p:grpSpPr>
          <a:xfrm rot="-8100000">
            <a:off x="10295883" y="-512343"/>
            <a:ext cx="1173452" cy="1646768"/>
            <a:chOff x="4841950" y="633750"/>
            <a:chExt cx="1039100" cy="1458225"/>
          </a:xfrm>
        </p:grpSpPr>
        <p:sp>
          <p:nvSpPr>
            <p:cNvPr id="470" name="Google Shape;470;p20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1" name="Google Shape;471;p20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2" name="Google Shape;472;p20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3" name="Google Shape;473;p20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4" name="Google Shape;474;p20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5" name="Google Shape;475;p20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6" name="Google Shape;476;p20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7" name="Google Shape;477;p20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557589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1"/>
          <p:cNvSpPr txBox="1">
            <a:spLocks noGrp="1"/>
          </p:cNvSpPr>
          <p:nvPr>
            <p:ph type="title" hasCustomPrompt="1"/>
          </p:nvPr>
        </p:nvSpPr>
        <p:spPr>
          <a:xfrm>
            <a:off x="2576100" y="773887"/>
            <a:ext cx="7040000" cy="110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480" name="Google Shape;480;p21"/>
          <p:cNvSpPr txBox="1">
            <a:spLocks noGrp="1"/>
          </p:cNvSpPr>
          <p:nvPr>
            <p:ph type="subTitle" idx="1"/>
          </p:nvPr>
        </p:nvSpPr>
        <p:spPr>
          <a:xfrm>
            <a:off x="2576100" y="1661369"/>
            <a:ext cx="7040000" cy="5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rgbClr val="242424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81" name="Google Shape;481;p21"/>
          <p:cNvSpPr txBox="1">
            <a:spLocks noGrp="1"/>
          </p:cNvSpPr>
          <p:nvPr>
            <p:ph type="title" idx="2" hasCustomPrompt="1"/>
          </p:nvPr>
        </p:nvSpPr>
        <p:spPr>
          <a:xfrm>
            <a:off x="2576100" y="2715409"/>
            <a:ext cx="7040000" cy="110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482" name="Google Shape;482;p21"/>
          <p:cNvSpPr txBox="1">
            <a:spLocks noGrp="1"/>
          </p:cNvSpPr>
          <p:nvPr>
            <p:ph type="subTitle" idx="3"/>
          </p:nvPr>
        </p:nvSpPr>
        <p:spPr>
          <a:xfrm>
            <a:off x="2576100" y="3602892"/>
            <a:ext cx="7040000" cy="5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rgbClr val="242424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83" name="Google Shape;483;p21"/>
          <p:cNvSpPr txBox="1">
            <a:spLocks noGrp="1"/>
          </p:cNvSpPr>
          <p:nvPr>
            <p:ph type="title" idx="4" hasCustomPrompt="1"/>
          </p:nvPr>
        </p:nvSpPr>
        <p:spPr>
          <a:xfrm>
            <a:off x="2576100" y="4656949"/>
            <a:ext cx="7040000" cy="110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484" name="Google Shape;484;p21"/>
          <p:cNvSpPr txBox="1">
            <a:spLocks noGrp="1"/>
          </p:cNvSpPr>
          <p:nvPr>
            <p:ph type="subTitle" idx="5"/>
          </p:nvPr>
        </p:nvSpPr>
        <p:spPr>
          <a:xfrm>
            <a:off x="2576100" y="5544432"/>
            <a:ext cx="7040000" cy="5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rgbClr val="242424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85" name="Google Shape;485;p21"/>
          <p:cNvGrpSpPr/>
          <p:nvPr/>
        </p:nvGrpSpPr>
        <p:grpSpPr>
          <a:xfrm rot="-927986" flipH="1">
            <a:off x="10200342" y="5513421"/>
            <a:ext cx="762501" cy="1600169"/>
            <a:chOff x="3912125" y="621725"/>
            <a:chExt cx="668000" cy="1401850"/>
          </a:xfrm>
        </p:grpSpPr>
        <p:sp>
          <p:nvSpPr>
            <p:cNvPr id="486" name="Google Shape;486;p21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7" name="Google Shape;487;p21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88" name="Google Shape;488;p21"/>
          <p:cNvGrpSpPr/>
          <p:nvPr/>
        </p:nvGrpSpPr>
        <p:grpSpPr>
          <a:xfrm rot="-2016828" flipH="1">
            <a:off x="10945778" y="4707309"/>
            <a:ext cx="1308385" cy="1926528"/>
            <a:chOff x="3922000" y="2234050"/>
            <a:chExt cx="981275" cy="1444875"/>
          </a:xfrm>
        </p:grpSpPr>
        <p:sp>
          <p:nvSpPr>
            <p:cNvPr id="489" name="Google Shape;489;p21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0" name="Google Shape;490;p21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91" name="Google Shape;491;p21"/>
          <p:cNvGrpSpPr/>
          <p:nvPr/>
        </p:nvGrpSpPr>
        <p:grpSpPr>
          <a:xfrm rot="8100000" flipH="1">
            <a:off x="955336" y="-155899"/>
            <a:ext cx="1225865" cy="1317521"/>
            <a:chOff x="1603825" y="2277075"/>
            <a:chExt cx="1062450" cy="1193375"/>
          </a:xfrm>
        </p:grpSpPr>
        <p:sp>
          <p:nvSpPr>
            <p:cNvPr id="492" name="Google Shape;492;p21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3" name="Google Shape;493;p21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94" name="Google Shape;494;p21"/>
          <p:cNvGrpSpPr/>
          <p:nvPr/>
        </p:nvGrpSpPr>
        <p:grpSpPr>
          <a:xfrm rot="-8647558" flipH="1">
            <a:off x="11208784" y="117907"/>
            <a:ext cx="890659" cy="1869116"/>
            <a:chOff x="3912125" y="621725"/>
            <a:chExt cx="668000" cy="1401850"/>
          </a:xfrm>
        </p:grpSpPr>
        <p:sp>
          <p:nvSpPr>
            <p:cNvPr id="495" name="Google Shape;495;p21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6" name="Google Shape;496;p21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97" name="Google Shape;497;p21"/>
          <p:cNvGrpSpPr/>
          <p:nvPr/>
        </p:nvGrpSpPr>
        <p:grpSpPr>
          <a:xfrm rot="-7655812" flipH="1">
            <a:off x="10374918" y="-559933"/>
            <a:ext cx="1040017" cy="1346908"/>
            <a:chOff x="2833850" y="2350550"/>
            <a:chExt cx="853150" cy="1104900"/>
          </a:xfrm>
        </p:grpSpPr>
        <p:sp>
          <p:nvSpPr>
            <p:cNvPr id="498" name="Google Shape;498;p21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9" name="Google Shape;499;p21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00" name="Google Shape;500;p21"/>
          <p:cNvGrpSpPr/>
          <p:nvPr/>
        </p:nvGrpSpPr>
        <p:grpSpPr>
          <a:xfrm rot="2700000">
            <a:off x="745389" y="5690442"/>
            <a:ext cx="860932" cy="1806732"/>
            <a:chOff x="3912125" y="621725"/>
            <a:chExt cx="668000" cy="1401850"/>
          </a:xfrm>
        </p:grpSpPr>
        <p:sp>
          <p:nvSpPr>
            <p:cNvPr id="501" name="Google Shape;501;p21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2" name="Google Shape;502;p21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03" name="Google Shape;503;p21"/>
          <p:cNvGrpSpPr/>
          <p:nvPr/>
        </p:nvGrpSpPr>
        <p:grpSpPr>
          <a:xfrm rot="8449432">
            <a:off x="-438751" y="80333"/>
            <a:ext cx="1385453" cy="1944280"/>
            <a:chOff x="4841950" y="633750"/>
            <a:chExt cx="1039100" cy="1458225"/>
          </a:xfrm>
        </p:grpSpPr>
        <p:sp>
          <p:nvSpPr>
            <p:cNvPr id="504" name="Google Shape;504;p21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5" name="Google Shape;505;p21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6" name="Google Shape;506;p21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7" name="Google Shape;507;p21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8" name="Google Shape;508;p21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9" name="Google Shape;509;p21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0" name="Google Shape;510;p21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1" name="Google Shape;511;p21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12" name="Google Shape;512;p21"/>
          <p:cNvGrpSpPr/>
          <p:nvPr/>
        </p:nvGrpSpPr>
        <p:grpSpPr>
          <a:xfrm rot="2014410">
            <a:off x="-356223" y="5587465"/>
            <a:ext cx="946013" cy="1225167"/>
            <a:chOff x="2833850" y="2350550"/>
            <a:chExt cx="853150" cy="1104900"/>
          </a:xfrm>
        </p:grpSpPr>
        <p:sp>
          <p:nvSpPr>
            <p:cNvPr id="513" name="Google Shape;513;p21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4" name="Google Shape;514;p21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19150001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22"/>
          <p:cNvSpPr txBox="1">
            <a:spLocks noGrp="1"/>
          </p:cNvSpPr>
          <p:nvPr>
            <p:ph type="ctrTitle"/>
          </p:nvPr>
        </p:nvSpPr>
        <p:spPr>
          <a:xfrm>
            <a:off x="3817600" y="893100"/>
            <a:ext cx="4556800" cy="13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8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17" name="Google Shape;517;p22"/>
          <p:cNvSpPr txBox="1">
            <a:spLocks noGrp="1"/>
          </p:cNvSpPr>
          <p:nvPr>
            <p:ph type="subTitle" idx="1"/>
          </p:nvPr>
        </p:nvSpPr>
        <p:spPr>
          <a:xfrm>
            <a:off x="3678567" y="2272733"/>
            <a:ext cx="4834800" cy="16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518" name="Google Shape;518;p22"/>
          <p:cNvGrpSpPr/>
          <p:nvPr/>
        </p:nvGrpSpPr>
        <p:grpSpPr>
          <a:xfrm rot="-8520626" flipH="1">
            <a:off x="11023551" y="174170"/>
            <a:ext cx="1308328" cy="1926444"/>
            <a:chOff x="3922000" y="2234050"/>
            <a:chExt cx="981275" cy="1444875"/>
          </a:xfrm>
        </p:grpSpPr>
        <p:sp>
          <p:nvSpPr>
            <p:cNvPr id="519" name="Google Shape;519;p22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0" name="Google Shape;520;p22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21" name="Google Shape;521;p22"/>
          <p:cNvGrpSpPr/>
          <p:nvPr/>
        </p:nvGrpSpPr>
        <p:grpSpPr>
          <a:xfrm rot="-9413182">
            <a:off x="9840062" y="-358245"/>
            <a:ext cx="1254369" cy="1408945"/>
            <a:chOff x="1603825" y="2277075"/>
            <a:chExt cx="1062450" cy="1193375"/>
          </a:xfrm>
        </p:grpSpPr>
        <p:sp>
          <p:nvSpPr>
            <p:cNvPr id="522" name="Google Shape;522;p22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3" name="Google Shape;523;p22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24" name="Google Shape;524;p22"/>
          <p:cNvGrpSpPr/>
          <p:nvPr/>
        </p:nvGrpSpPr>
        <p:grpSpPr>
          <a:xfrm rot="2885086">
            <a:off x="755276" y="5559093"/>
            <a:ext cx="788331" cy="1934945"/>
            <a:chOff x="2978125" y="596500"/>
            <a:chExt cx="591275" cy="1451275"/>
          </a:xfrm>
        </p:grpSpPr>
        <p:sp>
          <p:nvSpPr>
            <p:cNvPr id="525" name="Google Shape;525;p22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6" name="Google Shape;526;p22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27" name="Google Shape;527;p22"/>
          <p:cNvGrpSpPr/>
          <p:nvPr/>
        </p:nvGrpSpPr>
        <p:grpSpPr>
          <a:xfrm rot="-2760288">
            <a:off x="10510891" y="5550335"/>
            <a:ext cx="890669" cy="1869139"/>
            <a:chOff x="3912125" y="621725"/>
            <a:chExt cx="668000" cy="1401850"/>
          </a:xfrm>
        </p:grpSpPr>
        <p:sp>
          <p:nvSpPr>
            <p:cNvPr id="528" name="Google Shape;528;p22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9" name="Google Shape;529;p22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30" name="Google Shape;530;p22"/>
          <p:cNvGrpSpPr/>
          <p:nvPr/>
        </p:nvGrpSpPr>
        <p:grpSpPr>
          <a:xfrm rot="7151584">
            <a:off x="-185949" y="262210"/>
            <a:ext cx="1247264" cy="1750353"/>
            <a:chOff x="4841950" y="633750"/>
            <a:chExt cx="1039100" cy="1458225"/>
          </a:xfrm>
        </p:grpSpPr>
        <p:sp>
          <p:nvSpPr>
            <p:cNvPr id="531" name="Google Shape;531;p22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2" name="Google Shape;532;p22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3" name="Google Shape;533;p22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4" name="Google Shape;534;p22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5" name="Google Shape;535;p22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6" name="Google Shape;536;p22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7" name="Google Shape;537;p22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8" name="Google Shape;538;p22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39" name="Google Shape;539;p22"/>
          <p:cNvGrpSpPr/>
          <p:nvPr/>
        </p:nvGrpSpPr>
        <p:grpSpPr>
          <a:xfrm rot="7655812">
            <a:off x="761809" y="-398449"/>
            <a:ext cx="1040017" cy="1346908"/>
            <a:chOff x="2833850" y="2350550"/>
            <a:chExt cx="853150" cy="1104900"/>
          </a:xfrm>
        </p:grpSpPr>
        <p:sp>
          <p:nvSpPr>
            <p:cNvPr id="540" name="Google Shape;540;p22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1" name="Google Shape;541;p22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42" name="Google Shape;542;p22"/>
          <p:cNvGrpSpPr/>
          <p:nvPr/>
        </p:nvGrpSpPr>
        <p:grpSpPr>
          <a:xfrm rot="-1676785">
            <a:off x="11431828" y="4973859"/>
            <a:ext cx="788289" cy="1934844"/>
            <a:chOff x="2978125" y="596500"/>
            <a:chExt cx="591275" cy="1451275"/>
          </a:xfrm>
        </p:grpSpPr>
        <p:sp>
          <p:nvSpPr>
            <p:cNvPr id="543" name="Google Shape;543;p22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4" name="Google Shape;544;p22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45" name="Google Shape;545;p22"/>
          <p:cNvGrpSpPr/>
          <p:nvPr/>
        </p:nvGrpSpPr>
        <p:grpSpPr>
          <a:xfrm rot="1800122">
            <a:off x="-101072" y="4986276"/>
            <a:ext cx="1077504" cy="1586568"/>
            <a:chOff x="3922000" y="2234050"/>
            <a:chExt cx="981275" cy="1444875"/>
          </a:xfrm>
        </p:grpSpPr>
        <p:sp>
          <p:nvSpPr>
            <p:cNvPr id="546" name="Google Shape;546;p22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47" name="Google Shape;547;p22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48" name="Google Shape;548;p22"/>
          <p:cNvSpPr txBox="1"/>
          <p:nvPr/>
        </p:nvSpPr>
        <p:spPr>
          <a:xfrm>
            <a:off x="2761767" y="4656533"/>
            <a:ext cx="6668400" cy="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434343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CREDITS: This presentation template was created by </a:t>
            </a:r>
            <a:r>
              <a:rPr lang="en" sz="1600" b="1">
                <a:solidFill>
                  <a:srgbClr val="434343"/>
                </a:solidFill>
                <a:uFill>
                  <a:noFill/>
                </a:uFill>
                <a:latin typeface="Quicksand"/>
                <a:ea typeface="Quicksand"/>
                <a:cs typeface="Quicksand"/>
                <a:sym typeface="Quicksand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rgbClr val="434343"/>
                </a:solidFill>
                <a:latin typeface="Quicksand"/>
                <a:ea typeface="Quicksand"/>
                <a:cs typeface="Quicksand"/>
                <a:sym typeface="Quicksand"/>
              </a:rPr>
              <a:t>, </a:t>
            </a:r>
            <a:r>
              <a:rPr lang="en" sz="1600">
                <a:solidFill>
                  <a:srgbClr val="434343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including icons by </a:t>
            </a:r>
            <a:r>
              <a:rPr lang="en" sz="1600" b="1">
                <a:solidFill>
                  <a:srgbClr val="434343"/>
                </a:solidFill>
                <a:uFill>
                  <a:noFill/>
                </a:uFill>
                <a:latin typeface="Quicksand"/>
                <a:ea typeface="Quicksand"/>
                <a:cs typeface="Quicksand"/>
                <a:sym typeface="Quicksan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 b="1">
                <a:solidFill>
                  <a:srgbClr val="434343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" sz="1600">
                <a:solidFill>
                  <a:srgbClr val="434343"/>
                </a:solidFill>
                <a:latin typeface="Quicksand Medium"/>
                <a:ea typeface="Quicksand Medium"/>
                <a:cs typeface="Quicksand Medium"/>
                <a:sym typeface="Quicksand Medium"/>
              </a:rPr>
              <a:t>and infographics &amp; images by</a:t>
            </a:r>
            <a:r>
              <a:rPr lang="en" sz="1600">
                <a:solidFill>
                  <a:srgbClr val="434343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" sz="1600" b="1">
                <a:solidFill>
                  <a:srgbClr val="434343"/>
                </a:solidFill>
                <a:uFill>
                  <a:noFill/>
                </a:uFill>
                <a:latin typeface="Quicksand"/>
                <a:ea typeface="Quicksand"/>
                <a:cs typeface="Quicksand"/>
                <a:sym typeface="Quicksan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600" b="1">
              <a:solidFill>
                <a:srgbClr val="434343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9127789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0" name="Google Shape;550;p23"/>
          <p:cNvGrpSpPr/>
          <p:nvPr/>
        </p:nvGrpSpPr>
        <p:grpSpPr>
          <a:xfrm rot="-7434548">
            <a:off x="10479922" y="-513807"/>
            <a:ext cx="1023189" cy="1325115"/>
            <a:chOff x="2833850" y="2350550"/>
            <a:chExt cx="853150" cy="1104900"/>
          </a:xfrm>
        </p:grpSpPr>
        <p:sp>
          <p:nvSpPr>
            <p:cNvPr id="551" name="Google Shape;551;p23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2" name="Google Shape;552;p23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53" name="Google Shape;553;p23"/>
          <p:cNvGrpSpPr/>
          <p:nvPr/>
        </p:nvGrpSpPr>
        <p:grpSpPr>
          <a:xfrm rot="990298">
            <a:off x="-191262" y="5110986"/>
            <a:ext cx="1385473" cy="1944309"/>
            <a:chOff x="4841950" y="633750"/>
            <a:chExt cx="1039100" cy="1458225"/>
          </a:xfrm>
        </p:grpSpPr>
        <p:sp>
          <p:nvSpPr>
            <p:cNvPr id="554" name="Google Shape;554;p23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5" name="Google Shape;555;p23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6" name="Google Shape;556;p23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7" name="Google Shape;557;p23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8" name="Google Shape;558;p23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9" name="Google Shape;559;p23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0" name="Google Shape;560;p23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1" name="Google Shape;561;p23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62" name="Google Shape;562;p23"/>
          <p:cNvGrpSpPr/>
          <p:nvPr/>
        </p:nvGrpSpPr>
        <p:grpSpPr>
          <a:xfrm>
            <a:off x="1086568" y="5895059"/>
            <a:ext cx="1217568" cy="1367767"/>
            <a:chOff x="1603825" y="2277075"/>
            <a:chExt cx="1062450" cy="1193375"/>
          </a:xfrm>
        </p:grpSpPr>
        <p:sp>
          <p:nvSpPr>
            <p:cNvPr id="563" name="Google Shape;563;p23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4" name="Google Shape;564;p23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65" name="Google Shape;565;p23"/>
          <p:cNvGrpSpPr/>
          <p:nvPr/>
        </p:nvGrpSpPr>
        <p:grpSpPr>
          <a:xfrm rot="6477070">
            <a:off x="798828" y="-470987"/>
            <a:ext cx="826149" cy="1761964"/>
            <a:chOff x="5213900" y="2291150"/>
            <a:chExt cx="619625" cy="1321500"/>
          </a:xfrm>
        </p:grpSpPr>
        <p:sp>
          <p:nvSpPr>
            <p:cNvPr id="566" name="Google Shape;566;p23"/>
            <p:cNvSpPr/>
            <p:nvPr/>
          </p:nvSpPr>
          <p:spPr>
            <a:xfrm>
              <a:off x="5213900" y="2291150"/>
              <a:ext cx="619625" cy="1079225"/>
            </a:xfrm>
            <a:custGeom>
              <a:avLst/>
              <a:gdLst/>
              <a:ahLst/>
              <a:cxnLst/>
              <a:rect l="l" t="t" r="r" b="b"/>
              <a:pathLst>
                <a:path w="24785" h="43169" extrusionOk="0">
                  <a:moveTo>
                    <a:pt x="14737" y="0"/>
                  </a:moveTo>
                  <a:cubicBezTo>
                    <a:pt x="13652" y="0"/>
                    <a:pt x="12568" y="159"/>
                    <a:pt x="11542" y="471"/>
                  </a:cubicBezTo>
                  <a:cubicBezTo>
                    <a:pt x="8039" y="1572"/>
                    <a:pt x="5171" y="4308"/>
                    <a:pt x="3436" y="7543"/>
                  </a:cubicBezTo>
                  <a:cubicBezTo>
                    <a:pt x="1635" y="10745"/>
                    <a:pt x="868" y="14448"/>
                    <a:pt x="634" y="18117"/>
                  </a:cubicBezTo>
                  <a:cubicBezTo>
                    <a:pt x="0" y="26824"/>
                    <a:pt x="2135" y="35730"/>
                    <a:pt x="6605" y="43169"/>
                  </a:cubicBezTo>
                  <a:cubicBezTo>
                    <a:pt x="12843" y="36964"/>
                    <a:pt x="17179" y="29359"/>
                    <a:pt x="21015" y="21620"/>
                  </a:cubicBezTo>
                  <a:cubicBezTo>
                    <a:pt x="22483" y="18618"/>
                    <a:pt x="23951" y="15549"/>
                    <a:pt x="24351" y="12213"/>
                  </a:cubicBezTo>
                  <a:cubicBezTo>
                    <a:pt x="24785" y="8877"/>
                    <a:pt x="24051" y="5242"/>
                    <a:pt x="21782" y="2806"/>
                  </a:cubicBezTo>
                  <a:cubicBezTo>
                    <a:pt x="19967" y="920"/>
                    <a:pt x="17351" y="0"/>
                    <a:pt x="147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67" name="Google Shape;567;p23"/>
            <p:cNvSpPr/>
            <p:nvPr/>
          </p:nvSpPr>
          <p:spPr>
            <a:xfrm>
              <a:off x="5333975" y="2434475"/>
              <a:ext cx="258550" cy="1178175"/>
            </a:xfrm>
            <a:custGeom>
              <a:avLst/>
              <a:gdLst/>
              <a:ahLst/>
              <a:cxnLst/>
              <a:rect l="l" t="t" r="r" b="b"/>
              <a:pathLst>
                <a:path w="10342" h="47127" extrusionOk="0">
                  <a:moveTo>
                    <a:pt x="9992" y="1"/>
                  </a:moveTo>
                  <a:cubicBezTo>
                    <a:pt x="9856" y="1"/>
                    <a:pt x="9735" y="70"/>
                    <a:pt x="9708" y="209"/>
                  </a:cubicBezTo>
                  <a:cubicBezTo>
                    <a:pt x="5705" y="15487"/>
                    <a:pt x="2469" y="31165"/>
                    <a:pt x="34" y="46742"/>
                  </a:cubicBezTo>
                  <a:cubicBezTo>
                    <a:pt x="1" y="46909"/>
                    <a:pt x="134" y="47076"/>
                    <a:pt x="301" y="47109"/>
                  </a:cubicBezTo>
                  <a:cubicBezTo>
                    <a:pt x="337" y="47121"/>
                    <a:pt x="371" y="47127"/>
                    <a:pt x="402" y="47127"/>
                  </a:cubicBezTo>
                  <a:cubicBezTo>
                    <a:pt x="544" y="47127"/>
                    <a:pt x="628" y="47013"/>
                    <a:pt x="601" y="46876"/>
                  </a:cubicBezTo>
                  <a:cubicBezTo>
                    <a:pt x="3036" y="31265"/>
                    <a:pt x="6272" y="15653"/>
                    <a:pt x="10275" y="376"/>
                  </a:cubicBezTo>
                  <a:cubicBezTo>
                    <a:pt x="10341" y="209"/>
                    <a:pt x="10241" y="42"/>
                    <a:pt x="10075" y="9"/>
                  </a:cubicBezTo>
                  <a:cubicBezTo>
                    <a:pt x="10047" y="3"/>
                    <a:pt x="10019" y="1"/>
                    <a:pt x="99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68" name="Google Shape;568;p23"/>
          <p:cNvGrpSpPr/>
          <p:nvPr/>
        </p:nvGrpSpPr>
        <p:grpSpPr>
          <a:xfrm rot="8564605">
            <a:off x="43019" y="-39596"/>
            <a:ext cx="934384" cy="1960877"/>
            <a:chOff x="3912125" y="621725"/>
            <a:chExt cx="668000" cy="1401850"/>
          </a:xfrm>
        </p:grpSpPr>
        <p:sp>
          <p:nvSpPr>
            <p:cNvPr id="569" name="Google Shape;569;p23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0" name="Google Shape;570;p23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71" name="Google Shape;571;p23"/>
          <p:cNvGrpSpPr/>
          <p:nvPr/>
        </p:nvGrpSpPr>
        <p:grpSpPr>
          <a:xfrm rot="-10067064">
            <a:off x="11426197" y="-130804"/>
            <a:ext cx="890704" cy="1869213"/>
            <a:chOff x="3912125" y="621725"/>
            <a:chExt cx="668000" cy="1401850"/>
          </a:xfrm>
        </p:grpSpPr>
        <p:sp>
          <p:nvSpPr>
            <p:cNvPr id="572" name="Google Shape;572;p23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3" name="Google Shape;573;p23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1742648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5" name="Google Shape;575;p24"/>
          <p:cNvGrpSpPr/>
          <p:nvPr/>
        </p:nvGrpSpPr>
        <p:grpSpPr>
          <a:xfrm rot="8520626">
            <a:off x="-342737" y="81637"/>
            <a:ext cx="1308328" cy="1926444"/>
            <a:chOff x="3922000" y="2234050"/>
            <a:chExt cx="981275" cy="1444875"/>
          </a:xfrm>
        </p:grpSpPr>
        <p:sp>
          <p:nvSpPr>
            <p:cNvPr id="576" name="Google Shape;576;p24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7" name="Google Shape;577;p24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78" name="Google Shape;578;p24"/>
          <p:cNvGrpSpPr/>
          <p:nvPr/>
        </p:nvGrpSpPr>
        <p:grpSpPr>
          <a:xfrm rot="9413182" flipH="1">
            <a:off x="1227745" y="-429478"/>
            <a:ext cx="1254369" cy="1408945"/>
            <a:chOff x="1603825" y="2277075"/>
            <a:chExt cx="1062450" cy="1193375"/>
          </a:xfrm>
        </p:grpSpPr>
        <p:sp>
          <p:nvSpPr>
            <p:cNvPr id="579" name="Google Shape;579;p24"/>
            <p:cNvSpPr/>
            <p:nvPr/>
          </p:nvSpPr>
          <p:spPr>
            <a:xfrm>
              <a:off x="1603825" y="2277075"/>
              <a:ext cx="1062450" cy="1039100"/>
            </a:xfrm>
            <a:custGeom>
              <a:avLst/>
              <a:gdLst/>
              <a:ahLst/>
              <a:cxnLst/>
              <a:rect l="l" t="t" r="r" b="b"/>
              <a:pathLst>
                <a:path w="42498" h="41564" extrusionOk="0">
                  <a:moveTo>
                    <a:pt x="20348" y="0"/>
                  </a:moveTo>
                  <a:cubicBezTo>
                    <a:pt x="11975" y="4871"/>
                    <a:pt x="5404" y="12943"/>
                    <a:pt x="2068" y="22283"/>
                  </a:cubicBezTo>
                  <a:cubicBezTo>
                    <a:pt x="801" y="25819"/>
                    <a:pt x="0" y="29788"/>
                    <a:pt x="1001" y="33391"/>
                  </a:cubicBezTo>
                  <a:cubicBezTo>
                    <a:pt x="2335" y="38061"/>
                    <a:pt x="6838" y="41563"/>
                    <a:pt x="11508" y="41563"/>
                  </a:cubicBezTo>
                  <a:cubicBezTo>
                    <a:pt x="16212" y="41563"/>
                    <a:pt x="20682" y="38028"/>
                    <a:pt x="22183" y="33157"/>
                  </a:cubicBezTo>
                  <a:cubicBezTo>
                    <a:pt x="23817" y="36860"/>
                    <a:pt x="27620" y="39462"/>
                    <a:pt x="31523" y="39495"/>
                  </a:cubicBezTo>
                  <a:cubicBezTo>
                    <a:pt x="31549" y="39496"/>
                    <a:pt x="31575" y="39496"/>
                    <a:pt x="31602" y="39496"/>
                  </a:cubicBezTo>
                  <a:cubicBezTo>
                    <a:pt x="35510" y="39496"/>
                    <a:pt x="39340" y="37036"/>
                    <a:pt x="41029" y="33458"/>
                  </a:cubicBezTo>
                  <a:cubicBezTo>
                    <a:pt x="42497" y="30355"/>
                    <a:pt x="42464" y="26653"/>
                    <a:pt x="41463" y="23384"/>
                  </a:cubicBezTo>
                  <a:cubicBezTo>
                    <a:pt x="40462" y="20115"/>
                    <a:pt x="38628" y="17179"/>
                    <a:pt x="36526" y="14511"/>
                  </a:cubicBezTo>
                  <a:cubicBezTo>
                    <a:pt x="32023" y="8640"/>
                    <a:pt x="26419" y="3636"/>
                    <a:pt x="20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0" name="Google Shape;580;p24"/>
            <p:cNvSpPr/>
            <p:nvPr/>
          </p:nvSpPr>
          <p:spPr>
            <a:xfrm>
              <a:off x="1764775" y="2479550"/>
              <a:ext cx="628800" cy="990900"/>
            </a:xfrm>
            <a:custGeom>
              <a:avLst/>
              <a:gdLst/>
              <a:ahLst/>
              <a:cxnLst/>
              <a:rect l="l" t="t" r="r" b="b"/>
              <a:pathLst>
                <a:path w="25152" h="39636" extrusionOk="0">
                  <a:moveTo>
                    <a:pt x="19845" y="1"/>
                  </a:moveTo>
                  <a:cubicBezTo>
                    <a:pt x="19727" y="1"/>
                    <a:pt x="19620" y="86"/>
                    <a:pt x="19547" y="207"/>
                  </a:cubicBezTo>
                  <a:cubicBezTo>
                    <a:pt x="18380" y="2676"/>
                    <a:pt x="16679" y="4844"/>
                    <a:pt x="14510" y="6412"/>
                  </a:cubicBezTo>
                  <a:cubicBezTo>
                    <a:pt x="14477" y="4544"/>
                    <a:pt x="14410" y="2576"/>
                    <a:pt x="14410" y="541"/>
                  </a:cubicBezTo>
                  <a:cubicBezTo>
                    <a:pt x="14410" y="374"/>
                    <a:pt x="14310" y="241"/>
                    <a:pt x="14077" y="241"/>
                  </a:cubicBezTo>
                  <a:cubicBezTo>
                    <a:pt x="13910" y="241"/>
                    <a:pt x="13810" y="374"/>
                    <a:pt x="13810" y="574"/>
                  </a:cubicBezTo>
                  <a:cubicBezTo>
                    <a:pt x="13810" y="4277"/>
                    <a:pt x="13877" y="7746"/>
                    <a:pt x="14043" y="11048"/>
                  </a:cubicBezTo>
                  <a:cubicBezTo>
                    <a:pt x="11241" y="9080"/>
                    <a:pt x="8740" y="6679"/>
                    <a:pt x="6638" y="3943"/>
                  </a:cubicBezTo>
                  <a:cubicBezTo>
                    <a:pt x="6558" y="3883"/>
                    <a:pt x="6466" y="3835"/>
                    <a:pt x="6369" y="3835"/>
                  </a:cubicBezTo>
                  <a:cubicBezTo>
                    <a:pt x="6305" y="3835"/>
                    <a:pt x="6238" y="3857"/>
                    <a:pt x="6171" y="3910"/>
                  </a:cubicBezTo>
                  <a:cubicBezTo>
                    <a:pt x="6038" y="4043"/>
                    <a:pt x="6004" y="4210"/>
                    <a:pt x="6138" y="4377"/>
                  </a:cubicBezTo>
                  <a:cubicBezTo>
                    <a:pt x="8373" y="7279"/>
                    <a:pt x="11041" y="9848"/>
                    <a:pt x="14043" y="11882"/>
                  </a:cubicBezTo>
                  <a:cubicBezTo>
                    <a:pt x="14244" y="15618"/>
                    <a:pt x="14577" y="19221"/>
                    <a:pt x="15044" y="22857"/>
                  </a:cubicBezTo>
                  <a:cubicBezTo>
                    <a:pt x="9474" y="20422"/>
                    <a:pt x="4470" y="16686"/>
                    <a:pt x="634" y="11782"/>
                  </a:cubicBezTo>
                  <a:cubicBezTo>
                    <a:pt x="554" y="11722"/>
                    <a:pt x="462" y="11674"/>
                    <a:pt x="365" y="11674"/>
                  </a:cubicBezTo>
                  <a:cubicBezTo>
                    <a:pt x="300" y="11674"/>
                    <a:pt x="234" y="11696"/>
                    <a:pt x="167" y="11749"/>
                  </a:cubicBezTo>
                  <a:cubicBezTo>
                    <a:pt x="33" y="11882"/>
                    <a:pt x="0" y="12049"/>
                    <a:pt x="134" y="12216"/>
                  </a:cubicBezTo>
                  <a:cubicBezTo>
                    <a:pt x="4070" y="17253"/>
                    <a:pt x="9307" y="21122"/>
                    <a:pt x="15144" y="23424"/>
                  </a:cubicBezTo>
                  <a:lnTo>
                    <a:pt x="15178" y="23424"/>
                  </a:lnTo>
                  <a:cubicBezTo>
                    <a:pt x="15845" y="28461"/>
                    <a:pt x="16812" y="33598"/>
                    <a:pt x="18146" y="39402"/>
                  </a:cubicBezTo>
                  <a:cubicBezTo>
                    <a:pt x="18180" y="39535"/>
                    <a:pt x="18313" y="39636"/>
                    <a:pt x="18413" y="39636"/>
                  </a:cubicBezTo>
                  <a:lnTo>
                    <a:pt x="18513" y="39636"/>
                  </a:lnTo>
                  <a:cubicBezTo>
                    <a:pt x="18680" y="39602"/>
                    <a:pt x="18814" y="39435"/>
                    <a:pt x="18747" y="39269"/>
                  </a:cubicBezTo>
                  <a:cubicBezTo>
                    <a:pt x="17046" y="31963"/>
                    <a:pt x="15978" y="25726"/>
                    <a:pt x="15311" y="19388"/>
                  </a:cubicBezTo>
                  <a:cubicBezTo>
                    <a:pt x="15344" y="19388"/>
                    <a:pt x="15378" y="19388"/>
                    <a:pt x="15411" y="19354"/>
                  </a:cubicBezTo>
                  <a:cubicBezTo>
                    <a:pt x="19581" y="16552"/>
                    <a:pt x="22916" y="12616"/>
                    <a:pt x="25051" y="8013"/>
                  </a:cubicBezTo>
                  <a:cubicBezTo>
                    <a:pt x="25151" y="7846"/>
                    <a:pt x="25085" y="7613"/>
                    <a:pt x="24918" y="7546"/>
                  </a:cubicBezTo>
                  <a:cubicBezTo>
                    <a:pt x="24872" y="7518"/>
                    <a:pt x="24826" y="7506"/>
                    <a:pt x="24782" y="7506"/>
                  </a:cubicBezTo>
                  <a:cubicBezTo>
                    <a:pt x="24667" y="7506"/>
                    <a:pt x="24566" y="7592"/>
                    <a:pt x="24518" y="7713"/>
                  </a:cubicBezTo>
                  <a:cubicBezTo>
                    <a:pt x="22416" y="12183"/>
                    <a:pt x="19214" y="15952"/>
                    <a:pt x="15244" y="18687"/>
                  </a:cubicBezTo>
                  <a:cubicBezTo>
                    <a:pt x="14877" y="14951"/>
                    <a:pt x="14677" y="11182"/>
                    <a:pt x="14544" y="7112"/>
                  </a:cubicBezTo>
                  <a:cubicBezTo>
                    <a:pt x="14577" y="7112"/>
                    <a:pt x="14644" y="7079"/>
                    <a:pt x="14644" y="7079"/>
                  </a:cubicBezTo>
                  <a:cubicBezTo>
                    <a:pt x="16979" y="5411"/>
                    <a:pt x="18880" y="3109"/>
                    <a:pt x="20148" y="441"/>
                  </a:cubicBezTo>
                  <a:cubicBezTo>
                    <a:pt x="20215" y="274"/>
                    <a:pt x="20148" y="107"/>
                    <a:pt x="19981" y="41"/>
                  </a:cubicBezTo>
                  <a:cubicBezTo>
                    <a:pt x="19935" y="13"/>
                    <a:pt x="19889" y="1"/>
                    <a:pt x="19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81" name="Google Shape;581;p24"/>
          <p:cNvGrpSpPr/>
          <p:nvPr/>
        </p:nvGrpSpPr>
        <p:grpSpPr>
          <a:xfrm rot="-2885086" flipH="1">
            <a:off x="10653668" y="5559093"/>
            <a:ext cx="788331" cy="1934945"/>
            <a:chOff x="2978125" y="596500"/>
            <a:chExt cx="591275" cy="1451275"/>
          </a:xfrm>
        </p:grpSpPr>
        <p:sp>
          <p:nvSpPr>
            <p:cNvPr id="582" name="Google Shape;582;p24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3" name="Google Shape;583;p24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84" name="Google Shape;584;p24"/>
          <p:cNvGrpSpPr/>
          <p:nvPr/>
        </p:nvGrpSpPr>
        <p:grpSpPr>
          <a:xfrm rot="-1800122" flipH="1">
            <a:off x="11220841" y="4986276"/>
            <a:ext cx="1077504" cy="1586568"/>
            <a:chOff x="3922000" y="2234050"/>
            <a:chExt cx="981275" cy="1444875"/>
          </a:xfrm>
        </p:grpSpPr>
        <p:sp>
          <p:nvSpPr>
            <p:cNvPr id="585" name="Google Shape;585;p24"/>
            <p:cNvSpPr/>
            <p:nvPr/>
          </p:nvSpPr>
          <p:spPr>
            <a:xfrm>
              <a:off x="3922000" y="2234050"/>
              <a:ext cx="981275" cy="1221975"/>
            </a:xfrm>
            <a:custGeom>
              <a:avLst/>
              <a:gdLst/>
              <a:ahLst/>
              <a:cxnLst/>
              <a:rect l="l" t="t" r="r" b="b"/>
              <a:pathLst>
                <a:path w="39251" h="48879" extrusionOk="0">
                  <a:moveTo>
                    <a:pt x="22265" y="0"/>
                  </a:moveTo>
                  <a:cubicBezTo>
                    <a:pt x="18853" y="0"/>
                    <a:pt x="15156" y="4984"/>
                    <a:pt x="15484" y="16599"/>
                  </a:cubicBezTo>
                  <a:cubicBezTo>
                    <a:pt x="15184" y="15231"/>
                    <a:pt x="14683" y="13563"/>
                    <a:pt x="13916" y="12229"/>
                  </a:cubicBezTo>
                  <a:cubicBezTo>
                    <a:pt x="13163" y="10919"/>
                    <a:pt x="11881" y="10289"/>
                    <a:pt x="10608" y="10289"/>
                  </a:cubicBezTo>
                  <a:cubicBezTo>
                    <a:pt x="9060" y="10289"/>
                    <a:pt x="7527" y="11221"/>
                    <a:pt x="6978" y="12996"/>
                  </a:cubicBezTo>
                  <a:cubicBezTo>
                    <a:pt x="5692" y="17027"/>
                    <a:pt x="7196" y="22952"/>
                    <a:pt x="8642" y="26894"/>
                  </a:cubicBezTo>
                  <a:lnTo>
                    <a:pt x="8642" y="26894"/>
                  </a:lnTo>
                  <a:cubicBezTo>
                    <a:pt x="7465" y="24629"/>
                    <a:pt x="5337" y="23285"/>
                    <a:pt x="3548" y="23285"/>
                  </a:cubicBezTo>
                  <a:cubicBezTo>
                    <a:pt x="1566" y="23285"/>
                    <a:pt x="1" y="24934"/>
                    <a:pt x="606" y="28807"/>
                  </a:cubicBezTo>
                  <a:cubicBezTo>
                    <a:pt x="2931" y="41079"/>
                    <a:pt x="10660" y="48879"/>
                    <a:pt x="19284" y="48879"/>
                  </a:cubicBezTo>
                  <a:cubicBezTo>
                    <a:pt x="24890" y="48879"/>
                    <a:pt x="30874" y="45584"/>
                    <a:pt x="35998" y="38081"/>
                  </a:cubicBezTo>
                  <a:cubicBezTo>
                    <a:pt x="39251" y="33355"/>
                    <a:pt x="36915" y="29279"/>
                    <a:pt x="33300" y="29279"/>
                  </a:cubicBezTo>
                  <a:cubicBezTo>
                    <a:pt x="32985" y="29279"/>
                    <a:pt x="32661" y="29310"/>
                    <a:pt x="32329" y="29375"/>
                  </a:cubicBezTo>
                  <a:cubicBezTo>
                    <a:pt x="30328" y="29708"/>
                    <a:pt x="29794" y="30108"/>
                    <a:pt x="27092" y="31443"/>
                  </a:cubicBezTo>
                  <a:cubicBezTo>
                    <a:pt x="35797" y="22645"/>
                    <a:pt x="36266" y="13006"/>
                    <a:pt x="32572" y="13006"/>
                  </a:cubicBezTo>
                  <a:cubicBezTo>
                    <a:pt x="30916" y="13006"/>
                    <a:pt x="28422" y="14944"/>
                    <a:pt x="25458" y="19768"/>
                  </a:cubicBezTo>
                  <a:cubicBezTo>
                    <a:pt x="30272" y="7629"/>
                    <a:pt x="26487" y="0"/>
                    <a:pt x="222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6" name="Google Shape;586;p24"/>
            <p:cNvSpPr/>
            <p:nvPr/>
          </p:nvSpPr>
          <p:spPr>
            <a:xfrm>
              <a:off x="4041400" y="2377025"/>
              <a:ext cx="722200" cy="1301900"/>
            </a:xfrm>
            <a:custGeom>
              <a:avLst/>
              <a:gdLst/>
              <a:ahLst/>
              <a:cxnLst/>
              <a:rect l="l" t="t" r="r" b="b"/>
              <a:pathLst>
                <a:path w="28888" h="52076" extrusionOk="0">
                  <a:moveTo>
                    <a:pt x="17461" y="0"/>
                  </a:moveTo>
                  <a:cubicBezTo>
                    <a:pt x="17312" y="0"/>
                    <a:pt x="17172" y="123"/>
                    <a:pt x="17112" y="272"/>
                  </a:cubicBezTo>
                  <a:cubicBezTo>
                    <a:pt x="15778" y="7310"/>
                    <a:pt x="14577" y="14382"/>
                    <a:pt x="13576" y="21521"/>
                  </a:cubicBezTo>
                  <a:cubicBezTo>
                    <a:pt x="10674" y="18619"/>
                    <a:pt x="8273" y="15283"/>
                    <a:pt x="6505" y="11547"/>
                  </a:cubicBezTo>
                  <a:cubicBezTo>
                    <a:pt x="6427" y="11418"/>
                    <a:pt x="6310" y="11368"/>
                    <a:pt x="6183" y="11368"/>
                  </a:cubicBezTo>
                  <a:cubicBezTo>
                    <a:pt x="6146" y="11368"/>
                    <a:pt x="6109" y="11373"/>
                    <a:pt x="6071" y="11380"/>
                  </a:cubicBezTo>
                  <a:cubicBezTo>
                    <a:pt x="5904" y="11480"/>
                    <a:pt x="5871" y="11647"/>
                    <a:pt x="5904" y="11814"/>
                  </a:cubicBezTo>
                  <a:cubicBezTo>
                    <a:pt x="7806" y="15716"/>
                    <a:pt x="10341" y="19219"/>
                    <a:pt x="13476" y="22288"/>
                  </a:cubicBezTo>
                  <a:cubicBezTo>
                    <a:pt x="13343" y="23155"/>
                    <a:pt x="13210" y="23989"/>
                    <a:pt x="13076" y="24856"/>
                  </a:cubicBezTo>
                  <a:cubicBezTo>
                    <a:pt x="12976" y="24956"/>
                    <a:pt x="12909" y="25123"/>
                    <a:pt x="13009" y="25223"/>
                  </a:cubicBezTo>
                  <a:cubicBezTo>
                    <a:pt x="13009" y="25290"/>
                    <a:pt x="13043" y="25290"/>
                    <a:pt x="13043" y="25290"/>
                  </a:cubicBezTo>
                  <a:cubicBezTo>
                    <a:pt x="12542" y="28793"/>
                    <a:pt x="12142" y="32295"/>
                    <a:pt x="11708" y="35831"/>
                  </a:cubicBezTo>
                  <a:cubicBezTo>
                    <a:pt x="7205" y="32895"/>
                    <a:pt x="3369" y="28893"/>
                    <a:pt x="634" y="24289"/>
                  </a:cubicBezTo>
                  <a:cubicBezTo>
                    <a:pt x="566" y="24176"/>
                    <a:pt x="452" y="24109"/>
                    <a:pt x="344" y="24109"/>
                  </a:cubicBezTo>
                  <a:cubicBezTo>
                    <a:pt x="293" y="24109"/>
                    <a:pt x="243" y="24124"/>
                    <a:pt x="200" y="24156"/>
                  </a:cubicBezTo>
                  <a:cubicBezTo>
                    <a:pt x="33" y="24223"/>
                    <a:pt x="0" y="24456"/>
                    <a:pt x="67" y="24556"/>
                  </a:cubicBezTo>
                  <a:cubicBezTo>
                    <a:pt x="2902" y="29360"/>
                    <a:pt x="6905" y="33496"/>
                    <a:pt x="11575" y="36498"/>
                  </a:cubicBezTo>
                  <a:lnTo>
                    <a:pt x="11642" y="36498"/>
                  </a:lnTo>
                  <a:cubicBezTo>
                    <a:pt x="11041" y="41568"/>
                    <a:pt x="10541" y="46672"/>
                    <a:pt x="10141" y="51742"/>
                  </a:cubicBezTo>
                  <a:cubicBezTo>
                    <a:pt x="10141" y="51909"/>
                    <a:pt x="10241" y="52076"/>
                    <a:pt x="10408" y="52076"/>
                  </a:cubicBezTo>
                  <a:cubicBezTo>
                    <a:pt x="10474" y="52076"/>
                    <a:pt x="10508" y="52076"/>
                    <a:pt x="10541" y="52043"/>
                  </a:cubicBezTo>
                  <a:cubicBezTo>
                    <a:pt x="10674" y="52009"/>
                    <a:pt x="10708" y="51909"/>
                    <a:pt x="10741" y="51809"/>
                  </a:cubicBezTo>
                  <a:cubicBezTo>
                    <a:pt x="11075" y="47706"/>
                    <a:pt x="11508" y="43570"/>
                    <a:pt x="11909" y="39500"/>
                  </a:cubicBezTo>
                  <a:lnTo>
                    <a:pt x="12009" y="39500"/>
                  </a:lnTo>
                  <a:cubicBezTo>
                    <a:pt x="12576" y="39300"/>
                    <a:pt x="13176" y="39033"/>
                    <a:pt x="13743" y="38833"/>
                  </a:cubicBezTo>
                  <a:cubicBezTo>
                    <a:pt x="19314" y="36531"/>
                    <a:pt x="24484" y="33196"/>
                    <a:pt x="28754" y="29026"/>
                  </a:cubicBezTo>
                  <a:cubicBezTo>
                    <a:pt x="28854" y="28859"/>
                    <a:pt x="28887" y="28659"/>
                    <a:pt x="28754" y="28526"/>
                  </a:cubicBezTo>
                  <a:cubicBezTo>
                    <a:pt x="28704" y="28459"/>
                    <a:pt x="28621" y="28426"/>
                    <a:pt x="28537" y="28426"/>
                  </a:cubicBezTo>
                  <a:cubicBezTo>
                    <a:pt x="28454" y="28426"/>
                    <a:pt x="28370" y="28459"/>
                    <a:pt x="28320" y="28526"/>
                  </a:cubicBezTo>
                  <a:cubicBezTo>
                    <a:pt x="23684" y="32996"/>
                    <a:pt x="18046" y="36531"/>
                    <a:pt x="12009" y="38800"/>
                  </a:cubicBezTo>
                  <a:cubicBezTo>
                    <a:pt x="12509" y="34296"/>
                    <a:pt x="13043" y="29727"/>
                    <a:pt x="13677" y="25223"/>
                  </a:cubicBezTo>
                  <a:cubicBezTo>
                    <a:pt x="18780" y="22955"/>
                    <a:pt x="23350" y="19152"/>
                    <a:pt x="26419" y="14449"/>
                  </a:cubicBezTo>
                  <a:cubicBezTo>
                    <a:pt x="26519" y="14315"/>
                    <a:pt x="26486" y="14115"/>
                    <a:pt x="26352" y="14015"/>
                  </a:cubicBezTo>
                  <a:cubicBezTo>
                    <a:pt x="26308" y="13993"/>
                    <a:pt x="26256" y="13982"/>
                    <a:pt x="26203" y="13982"/>
                  </a:cubicBezTo>
                  <a:cubicBezTo>
                    <a:pt x="26097" y="13982"/>
                    <a:pt x="25985" y="14026"/>
                    <a:pt x="25919" y="14115"/>
                  </a:cubicBezTo>
                  <a:cubicBezTo>
                    <a:pt x="22983" y="18619"/>
                    <a:pt x="18680" y="22288"/>
                    <a:pt x="13777" y="24523"/>
                  </a:cubicBezTo>
                  <a:cubicBezTo>
                    <a:pt x="13877" y="23822"/>
                    <a:pt x="14010" y="23055"/>
                    <a:pt x="14077" y="22355"/>
                  </a:cubicBezTo>
                  <a:cubicBezTo>
                    <a:pt x="14110" y="22288"/>
                    <a:pt x="14110" y="22188"/>
                    <a:pt x="14110" y="22154"/>
                  </a:cubicBezTo>
                  <a:cubicBezTo>
                    <a:pt x="15178" y="14849"/>
                    <a:pt x="16378" y="7611"/>
                    <a:pt x="17746" y="372"/>
                  </a:cubicBezTo>
                  <a:cubicBezTo>
                    <a:pt x="17813" y="205"/>
                    <a:pt x="17679" y="39"/>
                    <a:pt x="17513" y="5"/>
                  </a:cubicBezTo>
                  <a:cubicBezTo>
                    <a:pt x="17495" y="2"/>
                    <a:pt x="17478" y="0"/>
                    <a:pt x="17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87" name="Google Shape;587;p24"/>
          <p:cNvGrpSpPr/>
          <p:nvPr/>
        </p:nvGrpSpPr>
        <p:grpSpPr>
          <a:xfrm rot="2760288" flipH="1">
            <a:off x="795715" y="5550335"/>
            <a:ext cx="890669" cy="1869139"/>
            <a:chOff x="3912125" y="621725"/>
            <a:chExt cx="668000" cy="1401850"/>
          </a:xfrm>
        </p:grpSpPr>
        <p:sp>
          <p:nvSpPr>
            <p:cNvPr id="588" name="Google Shape;588;p24"/>
            <p:cNvSpPr/>
            <p:nvPr/>
          </p:nvSpPr>
          <p:spPr>
            <a:xfrm>
              <a:off x="3912125" y="621725"/>
              <a:ext cx="668000" cy="1119350"/>
            </a:xfrm>
            <a:custGeom>
              <a:avLst/>
              <a:gdLst/>
              <a:ahLst/>
              <a:cxnLst/>
              <a:rect l="l" t="t" r="r" b="b"/>
              <a:pathLst>
                <a:path w="26720" h="44774" extrusionOk="0">
                  <a:moveTo>
                    <a:pt x="14811" y="0"/>
                  </a:moveTo>
                  <a:cubicBezTo>
                    <a:pt x="14332" y="536"/>
                    <a:pt x="13901" y="1095"/>
                    <a:pt x="14020" y="1095"/>
                  </a:cubicBezTo>
                  <a:cubicBezTo>
                    <a:pt x="14042" y="1095"/>
                    <a:pt x="14082" y="1076"/>
                    <a:pt x="14144" y="1034"/>
                  </a:cubicBezTo>
                  <a:lnTo>
                    <a:pt x="14144" y="1034"/>
                  </a:lnTo>
                  <a:cubicBezTo>
                    <a:pt x="7740" y="9474"/>
                    <a:pt x="2903" y="19181"/>
                    <a:pt x="901" y="29555"/>
                  </a:cubicBezTo>
                  <a:cubicBezTo>
                    <a:pt x="334" y="32624"/>
                    <a:pt x="1" y="35793"/>
                    <a:pt x="868" y="38728"/>
                  </a:cubicBezTo>
                  <a:cubicBezTo>
                    <a:pt x="1769" y="41697"/>
                    <a:pt x="4170" y="44365"/>
                    <a:pt x="7206" y="44732"/>
                  </a:cubicBezTo>
                  <a:cubicBezTo>
                    <a:pt x="7414" y="44760"/>
                    <a:pt x="7624" y="44773"/>
                    <a:pt x="7834" y="44773"/>
                  </a:cubicBezTo>
                  <a:cubicBezTo>
                    <a:pt x="10688" y="44773"/>
                    <a:pt x="13643" y="42316"/>
                    <a:pt x="14544" y="39395"/>
                  </a:cubicBezTo>
                  <a:lnTo>
                    <a:pt x="14544" y="39395"/>
                  </a:lnTo>
                  <a:cubicBezTo>
                    <a:pt x="14265" y="42001"/>
                    <a:pt x="16929" y="44203"/>
                    <a:pt x="19531" y="44203"/>
                  </a:cubicBezTo>
                  <a:cubicBezTo>
                    <a:pt x="19726" y="44203"/>
                    <a:pt x="19922" y="44191"/>
                    <a:pt x="20115" y="44165"/>
                  </a:cubicBezTo>
                  <a:cubicBezTo>
                    <a:pt x="22917" y="43732"/>
                    <a:pt x="25052" y="41263"/>
                    <a:pt x="25886" y="38595"/>
                  </a:cubicBezTo>
                  <a:cubicBezTo>
                    <a:pt x="26720" y="35926"/>
                    <a:pt x="26453" y="33024"/>
                    <a:pt x="26153" y="30222"/>
                  </a:cubicBezTo>
                  <a:cubicBezTo>
                    <a:pt x="24818" y="19381"/>
                    <a:pt x="21716" y="8406"/>
                    <a:pt x="148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9" name="Google Shape;589;p24"/>
            <p:cNvSpPr/>
            <p:nvPr/>
          </p:nvSpPr>
          <p:spPr>
            <a:xfrm>
              <a:off x="4045550" y="814350"/>
              <a:ext cx="407825" cy="1209225"/>
            </a:xfrm>
            <a:custGeom>
              <a:avLst/>
              <a:gdLst/>
              <a:ahLst/>
              <a:cxnLst/>
              <a:rect l="l" t="t" r="r" b="b"/>
              <a:pathLst>
                <a:path w="16313" h="48369" extrusionOk="0">
                  <a:moveTo>
                    <a:pt x="9541" y="1"/>
                  </a:moveTo>
                  <a:cubicBezTo>
                    <a:pt x="9374" y="1"/>
                    <a:pt x="9207" y="134"/>
                    <a:pt x="9207" y="301"/>
                  </a:cubicBezTo>
                  <a:cubicBezTo>
                    <a:pt x="9041" y="3770"/>
                    <a:pt x="8974" y="7206"/>
                    <a:pt x="8874" y="10675"/>
                  </a:cubicBezTo>
                  <a:cubicBezTo>
                    <a:pt x="8841" y="10775"/>
                    <a:pt x="8841" y="10809"/>
                    <a:pt x="8874" y="10875"/>
                  </a:cubicBezTo>
                  <a:cubicBezTo>
                    <a:pt x="8841" y="12943"/>
                    <a:pt x="8807" y="14978"/>
                    <a:pt x="8807" y="16980"/>
                  </a:cubicBezTo>
                  <a:cubicBezTo>
                    <a:pt x="5872" y="15812"/>
                    <a:pt x="3637" y="13177"/>
                    <a:pt x="2836" y="10141"/>
                  </a:cubicBezTo>
                  <a:cubicBezTo>
                    <a:pt x="2810" y="10010"/>
                    <a:pt x="2701" y="9920"/>
                    <a:pt x="2575" y="9920"/>
                  </a:cubicBezTo>
                  <a:cubicBezTo>
                    <a:pt x="2541" y="9920"/>
                    <a:pt x="2505" y="9927"/>
                    <a:pt x="2469" y="9941"/>
                  </a:cubicBezTo>
                  <a:cubicBezTo>
                    <a:pt x="2303" y="9975"/>
                    <a:pt x="2202" y="10141"/>
                    <a:pt x="2236" y="10308"/>
                  </a:cubicBezTo>
                  <a:cubicBezTo>
                    <a:pt x="3070" y="13544"/>
                    <a:pt x="5505" y="16313"/>
                    <a:pt x="8574" y="17613"/>
                  </a:cubicBezTo>
                  <a:cubicBezTo>
                    <a:pt x="8640" y="17613"/>
                    <a:pt x="8674" y="17647"/>
                    <a:pt x="8707" y="17647"/>
                  </a:cubicBezTo>
                  <a:cubicBezTo>
                    <a:pt x="8740" y="17647"/>
                    <a:pt x="8807" y="17647"/>
                    <a:pt x="8841" y="17613"/>
                  </a:cubicBezTo>
                  <a:lnTo>
                    <a:pt x="8841" y="17613"/>
                  </a:lnTo>
                  <a:cubicBezTo>
                    <a:pt x="8807" y="21516"/>
                    <a:pt x="8841" y="25452"/>
                    <a:pt x="8874" y="29355"/>
                  </a:cubicBezTo>
                  <a:cubicBezTo>
                    <a:pt x="5305" y="28154"/>
                    <a:pt x="2236" y="25486"/>
                    <a:pt x="635" y="22050"/>
                  </a:cubicBezTo>
                  <a:cubicBezTo>
                    <a:pt x="557" y="21921"/>
                    <a:pt x="439" y="21872"/>
                    <a:pt x="313" y="21872"/>
                  </a:cubicBezTo>
                  <a:cubicBezTo>
                    <a:pt x="276" y="21872"/>
                    <a:pt x="239" y="21876"/>
                    <a:pt x="201" y="21883"/>
                  </a:cubicBezTo>
                  <a:cubicBezTo>
                    <a:pt x="34" y="21983"/>
                    <a:pt x="1" y="22150"/>
                    <a:pt x="34" y="22317"/>
                  </a:cubicBezTo>
                  <a:cubicBezTo>
                    <a:pt x="1735" y="25953"/>
                    <a:pt x="5038" y="28821"/>
                    <a:pt x="8874" y="30022"/>
                  </a:cubicBezTo>
                  <a:cubicBezTo>
                    <a:pt x="8974" y="36060"/>
                    <a:pt x="9207" y="42131"/>
                    <a:pt x="9508" y="48069"/>
                  </a:cubicBezTo>
                  <a:cubicBezTo>
                    <a:pt x="9508" y="48235"/>
                    <a:pt x="9674" y="48369"/>
                    <a:pt x="9808" y="48369"/>
                  </a:cubicBezTo>
                  <a:cubicBezTo>
                    <a:pt x="9975" y="48369"/>
                    <a:pt x="10075" y="48202"/>
                    <a:pt x="10075" y="48035"/>
                  </a:cubicBezTo>
                  <a:cubicBezTo>
                    <a:pt x="9641" y="39729"/>
                    <a:pt x="9408" y="31357"/>
                    <a:pt x="9374" y="22984"/>
                  </a:cubicBezTo>
                  <a:cubicBezTo>
                    <a:pt x="12877" y="21550"/>
                    <a:pt x="15512" y="18381"/>
                    <a:pt x="16246" y="14678"/>
                  </a:cubicBezTo>
                  <a:cubicBezTo>
                    <a:pt x="16313" y="14511"/>
                    <a:pt x="16179" y="14344"/>
                    <a:pt x="16012" y="14344"/>
                  </a:cubicBezTo>
                  <a:cubicBezTo>
                    <a:pt x="15995" y="14341"/>
                    <a:pt x="15978" y="14339"/>
                    <a:pt x="15960" y="14339"/>
                  </a:cubicBezTo>
                  <a:cubicBezTo>
                    <a:pt x="15812" y="14339"/>
                    <a:pt x="15675" y="14462"/>
                    <a:pt x="15645" y="14611"/>
                  </a:cubicBezTo>
                  <a:cubicBezTo>
                    <a:pt x="14978" y="17947"/>
                    <a:pt x="12510" y="20949"/>
                    <a:pt x="9374" y="22317"/>
                  </a:cubicBezTo>
                  <a:cubicBezTo>
                    <a:pt x="9374" y="18514"/>
                    <a:pt x="9408" y="14778"/>
                    <a:pt x="9508" y="10975"/>
                  </a:cubicBezTo>
                  <a:cubicBezTo>
                    <a:pt x="11476" y="9641"/>
                    <a:pt x="12877" y="7606"/>
                    <a:pt x="13377" y="5271"/>
                  </a:cubicBezTo>
                  <a:cubicBezTo>
                    <a:pt x="13410" y="5104"/>
                    <a:pt x="13310" y="4938"/>
                    <a:pt x="13144" y="4871"/>
                  </a:cubicBezTo>
                  <a:cubicBezTo>
                    <a:pt x="13126" y="4868"/>
                    <a:pt x="13109" y="4866"/>
                    <a:pt x="13092" y="4866"/>
                  </a:cubicBezTo>
                  <a:cubicBezTo>
                    <a:pt x="12943" y="4866"/>
                    <a:pt x="12803" y="4988"/>
                    <a:pt x="12743" y="5138"/>
                  </a:cubicBezTo>
                  <a:cubicBezTo>
                    <a:pt x="12310" y="7139"/>
                    <a:pt x="11142" y="8941"/>
                    <a:pt x="9508" y="10175"/>
                  </a:cubicBezTo>
                  <a:cubicBezTo>
                    <a:pt x="9574" y="6872"/>
                    <a:pt x="9674" y="3603"/>
                    <a:pt x="9841" y="334"/>
                  </a:cubicBezTo>
                  <a:cubicBezTo>
                    <a:pt x="9841" y="168"/>
                    <a:pt x="9708" y="1"/>
                    <a:pt x="95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90" name="Google Shape;590;p24"/>
          <p:cNvGrpSpPr/>
          <p:nvPr/>
        </p:nvGrpSpPr>
        <p:grpSpPr>
          <a:xfrm rot="-7151584" flipH="1">
            <a:off x="11135960" y="262210"/>
            <a:ext cx="1247264" cy="1750353"/>
            <a:chOff x="4841950" y="633750"/>
            <a:chExt cx="1039100" cy="1458225"/>
          </a:xfrm>
        </p:grpSpPr>
        <p:sp>
          <p:nvSpPr>
            <p:cNvPr id="591" name="Google Shape;591;p24"/>
            <p:cNvSpPr/>
            <p:nvPr/>
          </p:nvSpPr>
          <p:spPr>
            <a:xfrm>
              <a:off x="5362325" y="633750"/>
              <a:ext cx="201850" cy="558400"/>
            </a:xfrm>
            <a:custGeom>
              <a:avLst/>
              <a:gdLst/>
              <a:ahLst/>
              <a:cxnLst/>
              <a:rect l="l" t="t" r="r" b="b"/>
              <a:pathLst>
                <a:path w="8074" h="22336" extrusionOk="0">
                  <a:moveTo>
                    <a:pt x="4608" y="0"/>
                  </a:moveTo>
                  <a:cubicBezTo>
                    <a:pt x="4461" y="0"/>
                    <a:pt x="4314" y="17"/>
                    <a:pt x="4170" y="53"/>
                  </a:cubicBezTo>
                  <a:cubicBezTo>
                    <a:pt x="3103" y="353"/>
                    <a:pt x="2569" y="1487"/>
                    <a:pt x="2202" y="2521"/>
                  </a:cubicBezTo>
                  <a:cubicBezTo>
                    <a:pt x="1" y="8893"/>
                    <a:pt x="201" y="16098"/>
                    <a:pt x="2836" y="22336"/>
                  </a:cubicBezTo>
                  <a:cubicBezTo>
                    <a:pt x="6505" y="17065"/>
                    <a:pt x="8073" y="10460"/>
                    <a:pt x="7506" y="4056"/>
                  </a:cubicBezTo>
                  <a:cubicBezTo>
                    <a:pt x="7406" y="3055"/>
                    <a:pt x="7239" y="2054"/>
                    <a:pt x="6706" y="1221"/>
                  </a:cubicBezTo>
                  <a:cubicBezTo>
                    <a:pt x="6254" y="515"/>
                    <a:pt x="5420" y="0"/>
                    <a:pt x="46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2" name="Google Shape;592;p24"/>
            <p:cNvSpPr/>
            <p:nvPr/>
          </p:nvSpPr>
          <p:spPr>
            <a:xfrm>
              <a:off x="5051275" y="893575"/>
              <a:ext cx="274400" cy="495375"/>
            </a:xfrm>
            <a:custGeom>
              <a:avLst/>
              <a:gdLst/>
              <a:ahLst/>
              <a:cxnLst/>
              <a:rect l="l" t="t" r="r" b="b"/>
              <a:pathLst>
                <a:path w="10976" h="19815" extrusionOk="0">
                  <a:moveTo>
                    <a:pt x="2836" y="1"/>
                  </a:moveTo>
                  <a:cubicBezTo>
                    <a:pt x="1802" y="1"/>
                    <a:pt x="868" y="801"/>
                    <a:pt x="468" y="1769"/>
                  </a:cubicBezTo>
                  <a:cubicBezTo>
                    <a:pt x="34" y="2736"/>
                    <a:pt x="1" y="3803"/>
                    <a:pt x="101" y="4838"/>
                  </a:cubicBezTo>
                  <a:cubicBezTo>
                    <a:pt x="534" y="11309"/>
                    <a:pt x="4971" y="17347"/>
                    <a:pt x="10975" y="19815"/>
                  </a:cubicBezTo>
                  <a:cubicBezTo>
                    <a:pt x="9674" y="14178"/>
                    <a:pt x="8140" y="8740"/>
                    <a:pt x="6172" y="3470"/>
                  </a:cubicBezTo>
                  <a:cubicBezTo>
                    <a:pt x="5538" y="1835"/>
                    <a:pt x="4537" y="1"/>
                    <a:pt x="28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3" name="Google Shape;593;p24"/>
            <p:cNvSpPr/>
            <p:nvPr/>
          </p:nvSpPr>
          <p:spPr>
            <a:xfrm>
              <a:off x="5506600" y="945150"/>
              <a:ext cx="361125" cy="404625"/>
            </a:xfrm>
            <a:custGeom>
              <a:avLst/>
              <a:gdLst/>
              <a:ahLst/>
              <a:cxnLst/>
              <a:rect l="l" t="t" r="r" b="b"/>
              <a:pathLst>
                <a:path w="14445" h="16185" extrusionOk="0">
                  <a:moveTo>
                    <a:pt x="12482" y="0"/>
                  </a:moveTo>
                  <a:cubicBezTo>
                    <a:pt x="12013" y="0"/>
                    <a:pt x="11528" y="120"/>
                    <a:pt x="11109" y="273"/>
                  </a:cubicBezTo>
                  <a:cubicBezTo>
                    <a:pt x="9341" y="1040"/>
                    <a:pt x="7973" y="2441"/>
                    <a:pt x="6839" y="3942"/>
                  </a:cubicBezTo>
                  <a:cubicBezTo>
                    <a:pt x="3970" y="7711"/>
                    <a:pt x="1969" y="11948"/>
                    <a:pt x="1" y="16184"/>
                  </a:cubicBezTo>
                  <a:cubicBezTo>
                    <a:pt x="4737" y="14516"/>
                    <a:pt x="8807" y="11614"/>
                    <a:pt x="11809" y="7945"/>
                  </a:cubicBezTo>
                  <a:cubicBezTo>
                    <a:pt x="13110" y="6377"/>
                    <a:pt x="14278" y="4542"/>
                    <a:pt x="14411" y="2541"/>
                  </a:cubicBezTo>
                  <a:cubicBezTo>
                    <a:pt x="14444" y="1674"/>
                    <a:pt x="14244" y="706"/>
                    <a:pt x="13477" y="239"/>
                  </a:cubicBezTo>
                  <a:cubicBezTo>
                    <a:pt x="13177" y="68"/>
                    <a:pt x="12834" y="0"/>
                    <a:pt x="124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4" name="Google Shape;594;p24"/>
            <p:cNvSpPr/>
            <p:nvPr/>
          </p:nvSpPr>
          <p:spPr>
            <a:xfrm>
              <a:off x="5431550" y="1347125"/>
              <a:ext cx="449500" cy="325375"/>
            </a:xfrm>
            <a:custGeom>
              <a:avLst/>
              <a:gdLst/>
              <a:ahLst/>
              <a:cxnLst/>
              <a:rect l="l" t="t" r="r" b="b"/>
              <a:pathLst>
                <a:path w="17980" h="13015" extrusionOk="0">
                  <a:moveTo>
                    <a:pt x="15776" y="0"/>
                  </a:moveTo>
                  <a:cubicBezTo>
                    <a:pt x="15710" y="0"/>
                    <a:pt x="15644" y="2"/>
                    <a:pt x="15578" y="5"/>
                  </a:cubicBezTo>
                  <a:cubicBezTo>
                    <a:pt x="13810" y="139"/>
                    <a:pt x="12276" y="1206"/>
                    <a:pt x="10908" y="2340"/>
                  </a:cubicBezTo>
                  <a:cubicBezTo>
                    <a:pt x="6939" y="5542"/>
                    <a:pt x="3470" y="9312"/>
                    <a:pt x="0" y="13014"/>
                  </a:cubicBezTo>
                  <a:cubicBezTo>
                    <a:pt x="4404" y="12047"/>
                    <a:pt x="8640" y="10479"/>
                    <a:pt x="12476" y="8144"/>
                  </a:cubicBezTo>
                  <a:cubicBezTo>
                    <a:pt x="14611" y="6877"/>
                    <a:pt x="16646" y="5276"/>
                    <a:pt x="17513" y="3007"/>
                  </a:cubicBezTo>
                  <a:cubicBezTo>
                    <a:pt x="17847" y="2273"/>
                    <a:pt x="17980" y="1273"/>
                    <a:pt x="17446" y="639"/>
                  </a:cubicBezTo>
                  <a:cubicBezTo>
                    <a:pt x="17053" y="155"/>
                    <a:pt x="16414" y="0"/>
                    <a:pt x="157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5" name="Google Shape;595;p24"/>
            <p:cNvSpPr/>
            <p:nvPr/>
          </p:nvSpPr>
          <p:spPr>
            <a:xfrm>
              <a:off x="5393200" y="1664125"/>
              <a:ext cx="451175" cy="247325"/>
            </a:xfrm>
            <a:custGeom>
              <a:avLst/>
              <a:gdLst/>
              <a:ahLst/>
              <a:cxnLst/>
              <a:rect l="l" t="t" r="r" b="b"/>
              <a:pathLst>
                <a:path w="18047" h="9893" extrusionOk="0">
                  <a:moveTo>
                    <a:pt x="15645" y="1"/>
                  </a:moveTo>
                  <a:cubicBezTo>
                    <a:pt x="14811" y="1"/>
                    <a:pt x="14010" y="368"/>
                    <a:pt x="13276" y="768"/>
                  </a:cubicBezTo>
                  <a:cubicBezTo>
                    <a:pt x="8473" y="3203"/>
                    <a:pt x="4203" y="6539"/>
                    <a:pt x="0" y="9875"/>
                  </a:cubicBezTo>
                  <a:cubicBezTo>
                    <a:pt x="296" y="9886"/>
                    <a:pt x="591" y="9892"/>
                    <a:pt x="887" y="9892"/>
                  </a:cubicBezTo>
                  <a:cubicBezTo>
                    <a:pt x="6462" y="9892"/>
                    <a:pt x="12003" y="7814"/>
                    <a:pt x="16312" y="4170"/>
                  </a:cubicBezTo>
                  <a:cubicBezTo>
                    <a:pt x="17179" y="3437"/>
                    <a:pt x="18046" y="2302"/>
                    <a:pt x="17679" y="1202"/>
                  </a:cubicBezTo>
                  <a:cubicBezTo>
                    <a:pt x="17379" y="401"/>
                    <a:pt x="16478" y="1"/>
                    <a:pt x="156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6" name="Google Shape;596;p24"/>
            <p:cNvSpPr/>
            <p:nvPr/>
          </p:nvSpPr>
          <p:spPr>
            <a:xfrm>
              <a:off x="4878650" y="1156550"/>
              <a:ext cx="356125" cy="474250"/>
            </a:xfrm>
            <a:custGeom>
              <a:avLst/>
              <a:gdLst/>
              <a:ahLst/>
              <a:cxnLst/>
              <a:rect l="l" t="t" r="r" b="b"/>
              <a:pathLst>
                <a:path w="14245" h="18970" extrusionOk="0">
                  <a:moveTo>
                    <a:pt x="2495" y="0"/>
                  </a:moveTo>
                  <a:cubicBezTo>
                    <a:pt x="2215" y="0"/>
                    <a:pt x="1937" y="49"/>
                    <a:pt x="1669" y="156"/>
                  </a:cubicBezTo>
                  <a:cubicBezTo>
                    <a:pt x="368" y="723"/>
                    <a:pt x="1" y="2424"/>
                    <a:pt x="167" y="3825"/>
                  </a:cubicBezTo>
                  <a:cubicBezTo>
                    <a:pt x="401" y="6060"/>
                    <a:pt x="1502" y="8095"/>
                    <a:pt x="2836" y="9930"/>
                  </a:cubicBezTo>
                  <a:cubicBezTo>
                    <a:pt x="5738" y="13899"/>
                    <a:pt x="9708" y="17068"/>
                    <a:pt x="14244" y="18970"/>
                  </a:cubicBezTo>
                  <a:cubicBezTo>
                    <a:pt x="12276" y="15334"/>
                    <a:pt x="10575" y="11664"/>
                    <a:pt x="8840" y="8062"/>
                  </a:cubicBezTo>
                  <a:cubicBezTo>
                    <a:pt x="7940" y="6160"/>
                    <a:pt x="7072" y="4292"/>
                    <a:pt x="5938" y="2558"/>
                  </a:cubicBezTo>
                  <a:cubicBezTo>
                    <a:pt x="5505" y="1791"/>
                    <a:pt x="4938" y="1057"/>
                    <a:pt x="4204" y="556"/>
                  </a:cubicBezTo>
                  <a:cubicBezTo>
                    <a:pt x="3683" y="217"/>
                    <a:pt x="3086" y="0"/>
                    <a:pt x="24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7" name="Google Shape;597;p24"/>
            <p:cNvSpPr/>
            <p:nvPr/>
          </p:nvSpPr>
          <p:spPr>
            <a:xfrm>
              <a:off x="4841950" y="1565725"/>
              <a:ext cx="308600" cy="314425"/>
            </a:xfrm>
            <a:custGeom>
              <a:avLst/>
              <a:gdLst/>
              <a:ahLst/>
              <a:cxnLst/>
              <a:rect l="l" t="t" r="r" b="b"/>
              <a:pathLst>
                <a:path w="12344" h="12577" extrusionOk="0">
                  <a:moveTo>
                    <a:pt x="1442" y="0"/>
                  </a:moveTo>
                  <a:cubicBezTo>
                    <a:pt x="1247" y="0"/>
                    <a:pt x="1055" y="41"/>
                    <a:pt x="868" y="134"/>
                  </a:cubicBezTo>
                  <a:cubicBezTo>
                    <a:pt x="168" y="534"/>
                    <a:pt x="1" y="1535"/>
                    <a:pt x="134" y="2369"/>
                  </a:cubicBezTo>
                  <a:cubicBezTo>
                    <a:pt x="368" y="3903"/>
                    <a:pt x="1168" y="5304"/>
                    <a:pt x="2136" y="6539"/>
                  </a:cubicBezTo>
                  <a:cubicBezTo>
                    <a:pt x="4638" y="9708"/>
                    <a:pt x="8340" y="11909"/>
                    <a:pt x="12343" y="12576"/>
                  </a:cubicBezTo>
                  <a:cubicBezTo>
                    <a:pt x="9641" y="8407"/>
                    <a:pt x="6906" y="4404"/>
                    <a:pt x="3470" y="1068"/>
                  </a:cubicBezTo>
                  <a:cubicBezTo>
                    <a:pt x="2894" y="544"/>
                    <a:pt x="2153" y="0"/>
                    <a:pt x="14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98" name="Google Shape;598;p24"/>
            <p:cNvSpPr/>
            <p:nvPr/>
          </p:nvSpPr>
          <p:spPr>
            <a:xfrm>
              <a:off x="4970375" y="971975"/>
              <a:ext cx="723875" cy="1120000"/>
            </a:xfrm>
            <a:custGeom>
              <a:avLst/>
              <a:gdLst/>
              <a:ahLst/>
              <a:cxnLst/>
              <a:rect l="l" t="t" r="r" b="b"/>
              <a:pathLst>
                <a:path w="28955" h="44800" extrusionOk="0">
                  <a:moveTo>
                    <a:pt x="19348" y="0"/>
                  </a:moveTo>
                  <a:cubicBezTo>
                    <a:pt x="19181" y="0"/>
                    <a:pt x="19015" y="134"/>
                    <a:pt x="19015" y="301"/>
                  </a:cubicBezTo>
                  <a:cubicBezTo>
                    <a:pt x="18714" y="6538"/>
                    <a:pt x="17847" y="12776"/>
                    <a:pt x="16413" y="18881"/>
                  </a:cubicBezTo>
                  <a:cubicBezTo>
                    <a:pt x="13177" y="15445"/>
                    <a:pt x="10542" y="11308"/>
                    <a:pt x="8841" y="6839"/>
                  </a:cubicBezTo>
                  <a:cubicBezTo>
                    <a:pt x="8766" y="6715"/>
                    <a:pt x="8655" y="6646"/>
                    <a:pt x="8535" y="6646"/>
                  </a:cubicBezTo>
                  <a:cubicBezTo>
                    <a:pt x="8493" y="6646"/>
                    <a:pt x="8450" y="6655"/>
                    <a:pt x="8407" y="6672"/>
                  </a:cubicBezTo>
                  <a:cubicBezTo>
                    <a:pt x="8240" y="6772"/>
                    <a:pt x="8173" y="6939"/>
                    <a:pt x="8240" y="7105"/>
                  </a:cubicBezTo>
                  <a:cubicBezTo>
                    <a:pt x="10075" y="11709"/>
                    <a:pt x="12843" y="16045"/>
                    <a:pt x="16246" y="19648"/>
                  </a:cubicBezTo>
                  <a:cubicBezTo>
                    <a:pt x="15579" y="22483"/>
                    <a:pt x="14778" y="25285"/>
                    <a:pt x="13878" y="28054"/>
                  </a:cubicBezTo>
                  <a:cubicBezTo>
                    <a:pt x="10942" y="26519"/>
                    <a:pt x="7340" y="23150"/>
                    <a:pt x="3904" y="18714"/>
                  </a:cubicBezTo>
                  <a:cubicBezTo>
                    <a:pt x="3829" y="18639"/>
                    <a:pt x="3743" y="18595"/>
                    <a:pt x="3653" y="18595"/>
                  </a:cubicBezTo>
                  <a:cubicBezTo>
                    <a:pt x="3583" y="18595"/>
                    <a:pt x="3510" y="18622"/>
                    <a:pt x="3437" y="18680"/>
                  </a:cubicBezTo>
                  <a:cubicBezTo>
                    <a:pt x="3337" y="18814"/>
                    <a:pt x="3270" y="18981"/>
                    <a:pt x="3403" y="19147"/>
                  </a:cubicBezTo>
                  <a:cubicBezTo>
                    <a:pt x="6906" y="23651"/>
                    <a:pt x="10675" y="27153"/>
                    <a:pt x="13711" y="28688"/>
                  </a:cubicBezTo>
                  <a:cubicBezTo>
                    <a:pt x="12710" y="31690"/>
                    <a:pt x="11576" y="34658"/>
                    <a:pt x="10275" y="37527"/>
                  </a:cubicBezTo>
                  <a:cubicBezTo>
                    <a:pt x="6706" y="35893"/>
                    <a:pt x="3337" y="33491"/>
                    <a:pt x="568" y="30589"/>
                  </a:cubicBezTo>
                  <a:cubicBezTo>
                    <a:pt x="501" y="30539"/>
                    <a:pt x="418" y="30514"/>
                    <a:pt x="335" y="30514"/>
                  </a:cubicBezTo>
                  <a:cubicBezTo>
                    <a:pt x="251" y="30514"/>
                    <a:pt x="168" y="30539"/>
                    <a:pt x="101" y="30589"/>
                  </a:cubicBezTo>
                  <a:cubicBezTo>
                    <a:pt x="1" y="30722"/>
                    <a:pt x="1" y="30956"/>
                    <a:pt x="101" y="31056"/>
                  </a:cubicBezTo>
                  <a:cubicBezTo>
                    <a:pt x="2903" y="34025"/>
                    <a:pt x="6305" y="36426"/>
                    <a:pt x="10008" y="38161"/>
                  </a:cubicBezTo>
                  <a:cubicBezTo>
                    <a:pt x="9074" y="40229"/>
                    <a:pt x="8073" y="42331"/>
                    <a:pt x="7006" y="44332"/>
                  </a:cubicBezTo>
                  <a:cubicBezTo>
                    <a:pt x="6906" y="44499"/>
                    <a:pt x="6939" y="44666"/>
                    <a:pt x="7106" y="44732"/>
                  </a:cubicBezTo>
                  <a:cubicBezTo>
                    <a:pt x="7206" y="44799"/>
                    <a:pt x="7273" y="44799"/>
                    <a:pt x="7340" y="44799"/>
                  </a:cubicBezTo>
                  <a:cubicBezTo>
                    <a:pt x="7406" y="44799"/>
                    <a:pt x="7506" y="44699"/>
                    <a:pt x="7540" y="44599"/>
                  </a:cubicBezTo>
                  <a:cubicBezTo>
                    <a:pt x="8440" y="42864"/>
                    <a:pt x="9341" y="41096"/>
                    <a:pt x="10108" y="39329"/>
                  </a:cubicBezTo>
                  <a:cubicBezTo>
                    <a:pt x="11709" y="39162"/>
                    <a:pt x="13277" y="38895"/>
                    <a:pt x="14845" y="38528"/>
                  </a:cubicBezTo>
                  <a:cubicBezTo>
                    <a:pt x="18681" y="37661"/>
                    <a:pt x="22417" y="36160"/>
                    <a:pt x="25853" y="34091"/>
                  </a:cubicBezTo>
                  <a:cubicBezTo>
                    <a:pt x="25986" y="34025"/>
                    <a:pt x="26053" y="33825"/>
                    <a:pt x="25953" y="33691"/>
                  </a:cubicBezTo>
                  <a:cubicBezTo>
                    <a:pt x="25907" y="33577"/>
                    <a:pt x="25799" y="33525"/>
                    <a:pt x="25693" y="33525"/>
                  </a:cubicBezTo>
                  <a:cubicBezTo>
                    <a:pt x="25644" y="33525"/>
                    <a:pt x="25595" y="33537"/>
                    <a:pt x="25553" y="33558"/>
                  </a:cubicBezTo>
                  <a:cubicBezTo>
                    <a:pt x="20949" y="36326"/>
                    <a:pt x="15746" y="38061"/>
                    <a:pt x="10442" y="38661"/>
                  </a:cubicBezTo>
                  <a:cubicBezTo>
                    <a:pt x="11709" y="35859"/>
                    <a:pt x="12843" y="32991"/>
                    <a:pt x="13878" y="30089"/>
                  </a:cubicBezTo>
                  <a:cubicBezTo>
                    <a:pt x="19015" y="28421"/>
                    <a:pt x="23751" y="25852"/>
                    <a:pt x="27988" y="22483"/>
                  </a:cubicBezTo>
                  <a:cubicBezTo>
                    <a:pt x="28121" y="22350"/>
                    <a:pt x="28154" y="22183"/>
                    <a:pt x="28054" y="22016"/>
                  </a:cubicBezTo>
                  <a:cubicBezTo>
                    <a:pt x="27979" y="21941"/>
                    <a:pt x="27894" y="21898"/>
                    <a:pt x="27804" y="21898"/>
                  </a:cubicBezTo>
                  <a:cubicBezTo>
                    <a:pt x="27734" y="21898"/>
                    <a:pt x="27660" y="21924"/>
                    <a:pt x="27587" y="21983"/>
                  </a:cubicBezTo>
                  <a:cubicBezTo>
                    <a:pt x="23551" y="25218"/>
                    <a:pt x="18981" y="27687"/>
                    <a:pt x="14111" y="29355"/>
                  </a:cubicBezTo>
                  <a:cubicBezTo>
                    <a:pt x="15412" y="25519"/>
                    <a:pt x="16479" y="21582"/>
                    <a:pt x="17380" y="17580"/>
                  </a:cubicBezTo>
                  <a:cubicBezTo>
                    <a:pt x="22050" y="15545"/>
                    <a:pt x="26120" y="12176"/>
                    <a:pt x="28888" y="8039"/>
                  </a:cubicBezTo>
                  <a:cubicBezTo>
                    <a:pt x="28955" y="7939"/>
                    <a:pt x="28922" y="7706"/>
                    <a:pt x="28788" y="7639"/>
                  </a:cubicBezTo>
                  <a:cubicBezTo>
                    <a:pt x="28753" y="7604"/>
                    <a:pt x="28702" y="7590"/>
                    <a:pt x="28648" y="7590"/>
                  </a:cubicBezTo>
                  <a:cubicBezTo>
                    <a:pt x="28546" y="7590"/>
                    <a:pt x="28431" y="7641"/>
                    <a:pt x="28388" y="7706"/>
                  </a:cubicBezTo>
                  <a:cubicBezTo>
                    <a:pt x="25786" y="11642"/>
                    <a:pt x="21950" y="14844"/>
                    <a:pt x="17547" y="16779"/>
                  </a:cubicBezTo>
                  <a:cubicBezTo>
                    <a:pt x="18681" y="11342"/>
                    <a:pt x="19381" y="5838"/>
                    <a:pt x="19615" y="334"/>
                  </a:cubicBezTo>
                  <a:cubicBezTo>
                    <a:pt x="19615" y="167"/>
                    <a:pt x="19515" y="0"/>
                    <a:pt x="193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99" name="Google Shape;599;p24"/>
          <p:cNvGrpSpPr/>
          <p:nvPr/>
        </p:nvGrpSpPr>
        <p:grpSpPr>
          <a:xfrm rot="1676785" flipH="1">
            <a:off x="-22841" y="4973859"/>
            <a:ext cx="788289" cy="1934844"/>
            <a:chOff x="2978125" y="596500"/>
            <a:chExt cx="591275" cy="1451275"/>
          </a:xfrm>
        </p:grpSpPr>
        <p:sp>
          <p:nvSpPr>
            <p:cNvPr id="600" name="Google Shape;600;p24"/>
            <p:cNvSpPr/>
            <p:nvPr/>
          </p:nvSpPr>
          <p:spPr>
            <a:xfrm>
              <a:off x="2978125" y="596500"/>
              <a:ext cx="591275" cy="1200000"/>
            </a:xfrm>
            <a:custGeom>
              <a:avLst/>
              <a:gdLst/>
              <a:ahLst/>
              <a:cxnLst/>
              <a:rect l="l" t="t" r="r" b="b"/>
              <a:pathLst>
                <a:path w="23651" h="48000" extrusionOk="0">
                  <a:moveTo>
                    <a:pt x="10813" y="0"/>
                  </a:moveTo>
                  <a:cubicBezTo>
                    <a:pt x="9297" y="0"/>
                    <a:pt x="7778" y="806"/>
                    <a:pt x="6706" y="1910"/>
                  </a:cubicBezTo>
                  <a:cubicBezTo>
                    <a:pt x="5571" y="3077"/>
                    <a:pt x="4904" y="4645"/>
                    <a:pt x="4337" y="6146"/>
                  </a:cubicBezTo>
                  <a:cubicBezTo>
                    <a:pt x="1535" y="13351"/>
                    <a:pt x="568" y="21090"/>
                    <a:pt x="201" y="28829"/>
                  </a:cubicBezTo>
                  <a:cubicBezTo>
                    <a:pt x="1" y="33332"/>
                    <a:pt x="34" y="38036"/>
                    <a:pt x="2069" y="42039"/>
                  </a:cubicBezTo>
                  <a:cubicBezTo>
                    <a:pt x="3823" y="45379"/>
                    <a:pt x="7389" y="48000"/>
                    <a:pt x="11022" y="48000"/>
                  </a:cubicBezTo>
                  <a:cubicBezTo>
                    <a:pt x="11742" y="48000"/>
                    <a:pt x="12465" y="47897"/>
                    <a:pt x="13177" y="47676"/>
                  </a:cubicBezTo>
                  <a:cubicBezTo>
                    <a:pt x="13259" y="47683"/>
                    <a:pt x="13342" y="47687"/>
                    <a:pt x="13426" y="47687"/>
                  </a:cubicBezTo>
                  <a:cubicBezTo>
                    <a:pt x="14899" y="47687"/>
                    <a:pt x="16544" y="46597"/>
                    <a:pt x="17680" y="45208"/>
                  </a:cubicBezTo>
                  <a:cubicBezTo>
                    <a:pt x="18881" y="43740"/>
                    <a:pt x="19648" y="41905"/>
                    <a:pt x="20249" y="40071"/>
                  </a:cubicBezTo>
                  <a:cubicBezTo>
                    <a:pt x="23251" y="31231"/>
                    <a:pt x="23651" y="21524"/>
                    <a:pt x="21349" y="12484"/>
                  </a:cubicBezTo>
                  <a:cubicBezTo>
                    <a:pt x="20649" y="9682"/>
                    <a:pt x="19681" y="6914"/>
                    <a:pt x="18014" y="4645"/>
                  </a:cubicBezTo>
                  <a:cubicBezTo>
                    <a:pt x="16346" y="2310"/>
                    <a:pt x="13877" y="476"/>
                    <a:pt x="11075" y="9"/>
                  </a:cubicBezTo>
                  <a:cubicBezTo>
                    <a:pt x="10988" y="3"/>
                    <a:pt x="10901" y="0"/>
                    <a:pt x="108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1" name="Google Shape;601;p24"/>
            <p:cNvSpPr/>
            <p:nvPr/>
          </p:nvSpPr>
          <p:spPr>
            <a:xfrm>
              <a:off x="3250825" y="727625"/>
              <a:ext cx="65900" cy="1320150"/>
            </a:xfrm>
            <a:custGeom>
              <a:avLst/>
              <a:gdLst/>
              <a:ahLst/>
              <a:cxnLst/>
              <a:rect l="l" t="t" r="r" b="b"/>
              <a:pathLst>
                <a:path w="2636" h="52806" extrusionOk="0">
                  <a:moveTo>
                    <a:pt x="301" y="1"/>
                  </a:moveTo>
                  <a:cubicBezTo>
                    <a:pt x="134" y="1"/>
                    <a:pt x="1" y="167"/>
                    <a:pt x="1" y="334"/>
                  </a:cubicBezTo>
                  <a:cubicBezTo>
                    <a:pt x="1768" y="17647"/>
                    <a:pt x="1969" y="35159"/>
                    <a:pt x="634" y="52472"/>
                  </a:cubicBezTo>
                  <a:cubicBezTo>
                    <a:pt x="601" y="52638"/>
                    <a:pt x="734" y="52805"/>
                    <a:pt x="935" y="52805"/>
                  </a:cubicBezTo>
                  <a:cubicBezTo>
                    <a:pt x="1101" y="52805"/>
                    <a:pt x="1235" y="52672"/>
                    <a:pt x="1268" y="52505"/>
                  </a:cubicBezTo>
                  <a:cubicBezTo>
                    <a:pt x="2636" y="35159"/>
                    <a:pt x="2436" y="17613"/>
                    <a:pt x="634" y="301"/>
                  </a:cubicBezTo>
                  <a:cubicBezTo>
                    <a:pt x="634" y="134"/>
                    <a:pt x="468" y="1"/>
                    <a:pt x="3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602" name="Google Shape;602;p24"/>
          <p:cNvGrpSpPr/>
          <p:nvPr/>
        </p:nvGrpSpPr>
        <p:grpSpPr>
          <a:xfrm rot="-7655812" flipH="1">
            <a:off x="10395452" y="-398449"/>
            <a:ext cx="1040017" cy="1346908"/>
            <a:chOff x="2833850" y="2350550"/>
            <a:chExt cx="853150" cy="1104900"/>
          </a:xfrm>
        </p:grpSpPr>
        <p:sp>
          <p:nvSpPr>
            <p:cNvPr id="603" name="Google Shape;603;p24"/>
            <p:cNvSpPr/>
            <p:nvPr/>
          </p:nvSpPr>
          <p:spPr>
            <a:xfrm>
              <a:off x="2833850" y="2350550"/>
              <a:ext cx="853150" cy="871400"/>
            </a:xfrm>
            <a:custGeom>
              <a:avLst/>
              <a:gdLst/>
              <a:ahLst/>
              <a:cxnLst/>
              <a:rect l="l" t="t" r="r" b="b"/>
              <a:pathLst>
                <a:path w="34126" h="34856" extrusionOk="0">
                  <a:moveTo>
                    <a:pt x="17775" y="0"/>
                  </a:moveTo>
                  <a:cubicBezTo>
                    <a:pt x="17100" y="0"/>
                    <a:pt x="16565" y="30"/>
                    <a:pt x="16246" y="30"/>
                  </a:cubicBezTo>
                  <a:cubicBezTo>
                    <a:pt x="4504" y="30"/>
                    <a:pt x="835" y="11705"/>
                    <a:pt x="201" y="20845"/>
                  </a:cubicBezTo>
                  <a:cubicBezTo>
                    <a:pt x="1" y="24014"/>
                    <a:pt x="468" y="27283"/>
                    <a:pt x="2169" y="30018"/>
                  </a:cubicBezTo>
                  <a:cubicBezTo>
                    <a:pt x="3837" y="32720"/>
                    <a:pt x="6906" y="34788"/>
                    <a:pt x="10142" y="34855"/>
                  </a:cubicBezTo>
                  <a:cubicBezTo>
                    <a:pt x="10166" y="34855"/>
                    <a:pt x="10189" y="34855"/>
                    <a:pt x="10213" y="34855"/>
                  </a:cubicBezTo>
                  <a:cubicBezTo>
                    <a:pt x="13492" y="34855"/>
                    <a:pt x="16753" y="32597"/>
                    <a:pt x="17714" y="29385"/>
                  </a:cubicBezTo>
                  <a:cubicBezTo>
                    <a:pt x="18206" y="32209"/>
                    <a:pt x="21221" y="34290"/>
                    <a:pt x="24179" y="34290"/>
                  </a:cubicBezTo>
                  <a:cubicBezTo>
                    <a:pt x="24225" y="34290"/>
                    <a:pt x="24272" y="34289"/>
                    <a:pt x="24318" y="34288"/>
                  </a:cubicBezTo>
                  <a:cubicBezTo>
                    <a:pt x="27320" y="34255"/>
                    <a:pt x="30122" y="32387"/>
                    <a:pt x="31757" y="29918"/>
                  </a:cubicBezTo>
                  <a:cubicBezTo>
                    <a:pt x="33358" y="27450"/>
                    <a:pt x="33959" y="24448"/>
                    <a:pt x="34025" y="21546"/>
                  </a:cubicBezTo>
                  <a:cubicBezTo>
                    <a:pt x="34125" y="17042"/>
                    <a:pt x="32991" y="12506"/>
                    <a:pt x="30790" y="8536"/>
                  </a:cubicBezTo>
                  <a:cubicBezTo>
                    <a:pt x="29155" y="5567"/>
                    <a:pt x="26853" y="2899"/>
                    <a:pt x="23818" y="1264"/>
                  </a:cubicBezTo>
                  <a:cubicBezTo>
                    <a:pt x="21712" y="165"/>
                    <a:pt x="19360" y="0"/>
                    <a:pt x="177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4" name="Google Shape;604;p24"/>
            <p:cNvSpPr/>
            <p:nvPr/>
          </p:nvSpPr>
          <p:spPr>
            <a:xfrm>
              <a:off x="2916425" y="2442500"/>
              <a:ext cx="688850" cy="1012950"/>
            </a:xfrm>
            <a:custGeom>
              <a:avLst/>
              <a:gdLst/>
              <a:ahLst/>
              <a:cxnLst/>
              <a:rect l="l" t="t" r="r" b="b"/>
              <a:pathLst>
                <a:path w="27554" h="40518" extrusionOk="0">
                  <a:moveTo>
                    <a:pt x="17641" y="1"/>
                  </a:moveTo>
                  <a:cubicBezTo>
                    <a:pt x="17514" y="1"/>
                    <a:pt x="17406" y="90"/>
                    <a:pt x="17379" y="222"/>
                  </a:cubicBezTo>
                  <a:cubicBezTo>
                    <a:pt x="16746" y="2123"/>
                    <a:pt x="15545" y="3891"/>
                    <a:pt x="13977" y="5225"/>
                  </a:cubicBezTo>
                  <a:cubicBezTo>
                    <a:pt x="13810" y="3691"/>
                    <a:pt x="13577" y="2123"/>
                    <a:pt x="13377" y="622"/>
                  </a:cubicBezTo>
                  <a:cubicBezTo>
                    <a:pt x="13347" y="477"/>
                    <a:pt x="13243" y="382"/>
                    <a:pt x="13106" y="382"/>
                  </a:cubicBezTo>
                  <a:cubicBezTo>
                    <a:pt x="13085" y="382"/>
                    <a:pt x="13065" y="384"/>
                    <a:pt x="13043" y="388"/>
                  </a:cubicBezTo>
                  <a:cubicBezTo>
                    <a:pt x="12876" y="422"/>
                    <a:pt x="12743" y="555"/>
                    <a:pt x="12809" y="722"/>
                  </a:cubicBezTo>
                  <a:cubicBezTo>
                    <a:pt x="13143" y="3190"/>
                    <a:pt x="13410" y="5692"/>
                    <a:pt x="13677" y="8194"/>
                  </a:cubicBezTo>
                  <a:cubicBezTo>
                    <a:pt x="11408" y="6693"/>
                    <a:pt x="9574" y="4691"/>
                    <a:pt x="8373" y="2356"/>
                  </a:cubicBezTo>
                  <a:cubicBezTo>
                    <a:pt x="8327" y="2242"/>
                    <a:pt x="8235" y="2191"/>
                    <a:pt x="8128" y="2191"/>
                  </a:cubicBezTo>
                  <a:cubicBezTo>
                    <a:pt x="8078" y="2191"/>
                    <a:pt x="8025" y="2202"/>
                    <a:pt x="7973" y="2223"/>
                  </a:cubicBezTo>
                  <a:cubicBezTo>
                    <a:pt x="7806" y="2290"/>
                    <a:pt x="7739" y="2457"/>
                    <a:pt x="7839" y="2657"/>
                  </a:cubicBezTo>
                  <a:cubicBezTo>
                    <a:pt x="9174" y="5192"/>
                    <a:pt x="11208" y="7360"/>
                    <a:pt x="13677" y="8894"/>
                  </a:cubicBezTo>
                  <a:cubicBezTo>
                    <a:pt x="13710" y="8894"/>
                    <a:pt x="13710" y="8928"/>
                    <a:pt x="13743" y="8928"/>
                  </a:cubicBezTo>
                  <a:cubicBezTo>
                    <a:pt x="13977" y="11163"/>
                    <a:pt x="14077" y="13364"/>
                    <a:pt x="14210" y="15566"/>
                  </a:cubicBezTo>
                  <a:cubicBezTo>
                    <a:pt x="9707" y="14031"/>
                    <a:pt x="5571" y="11430"/>
                    <a:pt x="2302" y="8061"/>
                  </a:cubicBezTo>
                  <a:cubicBezTo>
                    <a:pt x="2235" y="7994"/>
                    <a:pt x="2152" y="7960"/>
                    <a:pt x="2068" y="7960"/>
                  </a:cubicBezTo>
                  <a:cubicBezTo>
                    <a:pt x="1985" y="7960"/>
                    <a:pt x="1902" y="7994"/>
                    <a:pt x="1835" y="8061"/>
                  </a:cubicBezTo>
                  <a:cubicBezTo>
                    <a:pt x="1702" y="8194"/>
                    <a:pt x="1702" y="8394"/>
                    <a:pt x="1835" y="8528"/>
                  </a:cubicBezTo>
                  <a:cubicBezTo>
                    <a:pt x="5204" y="11997"/>
                    <a:pt x="9474" y="14599"/>
                    <a:pt x="14077" y="16200"/>
                  </a:cubicBezTo>
                  <a:lnTo>
                    <a:pt x="14244" y="16200"/>
                  </a:lnTo>
                  <a:cubicBezTo>
                    <a:pt x="14344" y="18401"/>
                    <a:pt x="14377" y="20603"/>
                    <a:pt x="14377" y="22838"/>
                  </a:cubicBezTo>
                  <a:cubicBezTo>
                    <a:pt x="9240" y="21604"/>
                    <a:pt x="4504" y="19135"/>
                    <a:pt x="567" y="15766"/>
                  </a:cubicBezTo>
                  <a:cubicBezTo>
                    <a:pt x="527" y="15713"/>
                    <a:pt x="466" y="15691"/>
                    <a:pt x="400" y="15691"/>
                  </a:cubicBezTo>
                  <a:cubicBezTo>
                    <a:pt x="302" y="15691"/>
                    <a:pt x="194" y="15739"/>
                    <a:pt x="134" y="15799"/>
                  </a:cubicBezTo>
                  <a:cubicBezTo>
                    <a:pt x="0" y="15933"/>
                    <a:pt x="34" y="16166"/>
                    <a:pt x="167" y="16266"/>
                  </a:cubicBezTo>
                  <a:cubicBezTo>
                    <a:pt x="4170" y="19736"/>
                    <a:pt x="9073" y="22237"/>
                    <a:pt x="14311" y="23438"/>
                  </a:cubicBezTo>
                  <a:lnTo>
                    <a:pt x="14377" y="23438"/>
                  </a:lnTo>
                  <a:cubicBezTo>
                    <a:pt x="14377" y="29042"/>
                    <a:pt x="14044" y="34613"/>
                    <a:pt x="13410" y="40184"/>
                  </a:cubicBezTo>
                  <a:cubicBezTo>
                    <a:pt x="13410" y="40350"/>
                    <a:pt x="13543" y="40517"/>
                    <a:pt x="13710" y="40517"/>
                  </a:cubicBezTo>
                  <a:lnTo>
                    <a:pt x="13743" y="40517"/>
                  </a:lnTo>
                  <a:cubicBezTo>
                    <a:pt x="13910" y="40517"/>
                    <a:pt x="14044" y="40384"/>
                    <a:pt x="14044" y="40217"/>
                  </a:cubicBezTo>
                  <a:cubicBezTo>
                    <a:pt x="14744" y="33779"/>
                    <a:pt x="15044" y="27374"/>
                    <a:pt x="14978" y="20936"/>
                  </a:cubicBezTo>
                  <a:cubicBezTo>
                    <a:pt x="20482" y="19369"/>
                    <a:pt x="25152" y="15399"/>
                    <a:pt x="27520" y="10329"/>
                  </a:cubicBezTo>
                  <a:cubicBezTo>
                    <a:pt x="27553" y="10095"/>
                    <a:pt x="27520" y="9929"/>
                    <a:pt x="27353" y="9862"/>
                  </a:cubicBezTo>
                  <a:cubicBezTo>
                    <a:pt x="27307" y="9834"/>
                    <a:pt x="27261" y="9822"/>
                    <a:pt x="27218" y="9822"/>
                  </a:cubicBezTo>
                  <a:cubicBezTo>
                    <a:pt x="27102" y="9822"/>
                    <a:pt x="27001" y="9908"/>
                    <a:pt x="26953" y="10029"/>
                  </a:cubicBezTo>
                  <a:cubicBezTo>
                    <a:pt x="24651" y="14899"/>
                    <a:pt x="20181" y="18702"/>
                    <a:pt x="14911" y="20236"/>
                  </a:cubicBezTo>
                  <a:cubicBezTo>
                    <a:pt x="14878" y="18034"/>
                    <a:pt x="14811" y="15866"/>
                    <a:pt x="14677" y="13665"/>
                  </a:cubicBezTo>
                  <a:lnTo>
                    <a:pt x="14744" y="13665"/>
                  </a:lnTo>
                  <a:cubicBezTo>
                    <a:pt x="18747" y="11863"/>
                    <a:pt x="22049" y="8528"/>
                    <a:pt x="23817" y="4558"/>
                  </a:cubicBezTo>
                  <a:cubicBezTo>
                    <a:pt x="23884" y="4391"/>
                    <a:pt x="23817" y="4224"/>
                    <a:pt x="23651" y="4124"/>
                  </a:cubicBezTo>
                  <a:cubicBezTo>
                    <a:pt x="23609" y="4108"/>
                    <a:pt x="23567" y="4099"/>
                    <a:pt x="23526" y="4099"/>
                  </a:cubicBezTo>
                  <a:cubicBezTo>
                    <a:pt x="23405" y="4099"/>
                    <a:pt x="23292" y="4174"/>
                    <a:pt x="23217" y="4325"/>
                  </a:cubicBezTo>
                  <a:cubicBezTo>
                    <a:pt x="21549" y="8094"/>
                    <a:pt x="18413" y="11263"/>
                    <a:pt x="14644" y="13031"/>
                  </a:cubicBezTo>
                  <a:cubicBezTo>
                    <a:pt x="14511" y="10662"/>
                    <a:pt x="14311" y="8294"/>
                    <a:pt x="14044" y="5926"/>
                  </a:cubicBezTo>
                  <a:cubicBezTo>
                    <a:pt x="15845" y="4525"/>
                    <a:pt x="17246" y="2557"/>
                    <a:pt x="17980" y="388"/>
                  </a:cubicBezTo>
                  <a:cubicBezTo>
                    <a:pt x="18013" y="222"/>
                    <a:pt x="17913" y="55"/>
                    <a:pt x="17746" y="21"/>
                  </a:cubicBezTo>
                  <a:cubicBezTo>
                    <a:pt x="17711" y="7"/>
                    <a:pt x="17675" y="1"/>
                    <a:pt x="17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605" name="Google Shape;605;p24"/>
          <p:cNvGrpSpPr/>
          <p:nvPr/>
        </p:nvGrpSpPr>
        <p:grpSpPr>
          <a:xfrm>
            <a:off x="8743659" y="775029"/>
            <a:ext cx="2223007" cy="2005596"/>
            <a:chOff x="540900" y="3060200"/>
            <a:chExt cx="2141350" cy="1931925"/>
          </a:xfrm>
        </p:grpSpPr>
        <p:sp>
          <p:nvSpPr>
            <p:cNvPr id="606" name="Google Shape;606;p24"/>
            <p:cNvSpPr/>
            <p:nvPr/>
          </p:nvSpPr>
          <p:spPr>
            <a:xfrm>
              <a:off x="540900" y="3060200"/>
              <a:ext cx="2141350" cy="1931925"/>
            </a:xfrm>
            <a:custGeom>
              <a:avLst/>
              <a:gdLst/>
              <a:ahLst/>
              <a:cxnLst/>
              <a:rect l="l" t="t" r="r" b="b"/>
              <a:pathLst>
                <a:path w="85654" h="77277" extrusionOk="0">
                  <a:moveTo>
                    <a:pt x="43942" y="0"/>
                  </a:moveTo>
                  <a:cubicBezTo>
                    <a:pt x="40087" y="0"/>
                    <a:pt x="37157" y="1896"/>
                    <a:pt x="34305" y="5113"/>
                  </a:cubicBezTo>
                  <a:lnTo>
                    <a:pt x="34305" y="5041"/>
                  </a:lnTo>
                  <a:lnTo>
                    <a:pt x="34305" y="4997"/>
                  </a:lnTo>
                  <a:cubicBezTo>
                    <a:pt x="34305" y="4867"/>
                    <a:pt x="34305" y="4736"/>
                    <a:pt x="34291" y="4606"/>
                  </a:cubicBezTo>
                  <a:lnTo>
                    <a:pt x="34291" y="4577"/>
                  </a:lnTo>
                  <a:cubicBezTo>
                    <a:pt x="34276" y="4446"/>
                    <a:pt x="34233" y="4316"/>
                    <a:pt x="34204" y="4200"/>
                  </a:cubicBezTo>
                  <a:cubicBezTo>
                    <a:pt x="34204" y="4156"/>
                    <a:pt x="34175" y="4142"/>
                    <a:pt x="34160" y="4098"/>
                  </a:cubicBezTo>
                  <a:cubicBezTo>
                    <a:pt x="34146" y="4069"/>
                    <a:pt x="34146" y="4025"/>
                    <a:pt x="34131" y="4011"/>
                  </a:cubicBezTo>
                  <a:cubicBezTo>
                    <a:pt x="34088" y="3924"/>
                    <a:pt x="34059" y="3837"/>
                    <a:pt x="34001" y="3735"/>
                  </a:cubicBezTo>
                  <a:lnTo>
                    <a:pt x="33986" y="3721"/>
                  </a:lnTo>
                  <a:cubicBezTo>
                    <a:pt x="33928" y="3590"/>
                    <a:pt x="33856" y="3489"/>
                    <a:pt x="33769" y="3373"/>
                  </a:cubicBezTo>
                  <a:cubicBezTo>
                    <a:pt x="33740" y="3358"/>
                    <a:pt x="33740" y="3344"/>
                    <a:pt x="33725" y="3344"/>
                  </a:cubicBezTo>
                  <a:cubicBezTo>
                    <a:pt x="33638" y="3228"/>
                    <a:pt x="33565" y="3141"/>
                    <a:pt x="33449" y="3039"/>
                  </a:cubicBezTo>
                  <a:cubicBezTo>
                    <a:pt x="33435" y="3010"/>
                    <a:pt x="33420" y="2996"/>
                    <a:pt x="33406" y="2996"/>
                  </a:cubicBezTo>
                  <a:cubicBezTo>
                    <a:pt x="33304" y="2909"/>
                    <a:pt x="33203" y="2822"/>
                    <a:pt x="33087" y="2749"/>
                  </a:cubicBezTo>
                  <a:lnTo>
                    <a:pt x="33072" y="2749"/>
                  </a:lnTo>
                  <a:cubicBezTo>
                    <a:pt x="32971" y="2677"/>
                    <a:pt x="32855" y="2604"/>
                    <a:pt x="32724" y="2546"/>
                  </a:cubicBezTo>
                  <a:cubicBezTo>
                    <a:pt x="32710" y="2546"/>
                    <a:pt x="32695" y="2531"/>
                    <a:pt x="32681" y="2531"/>
                  </a:cubicBezTo>
                  <a:cubicBezTo>
                    <a:pt x="32550" y="2473"/>
                    <a:pt x="32434" y="2415"/>
                    <a:pt x="32318" y="2386"/>
                  </a:cubicBezTo>
                  <a:cubicBezTo>
                    <a:pt x="32289" y="2386"/>
                    <a:pt x="32275" y="2357"/>
                    <a:pt x="32260" y="2357"/>
                  </a:cubicBezTo>
                  <a:cubicBezTo>
                    <a:pt x="31984" y="2285"/>
                    <a:pt x="31709" y="2256"/>
                    <a:pt x="31448" y="2256"/>
                  </a:cubicBezTo>
                  <a:lnTo>
                    <a:pt x="31404" y="2256"/>
                  </a:lnTo>
                  <a:cubicBezTo>
                    <a:pt x="31259" y="2256"/>
                    <a:pt x="31129" y="2270"/>
                    <a:pt x="30984" y="2314"/>
                  </a:cubicBezTo>
                  <a:lnTo>
                    <a:pt x="30955" y="2314"/>
                  </a:lnTo>
                  <a:cubicBezTo>
                    <a:pt x="14143" y="5737"/>
                    <a:pt x="11764" y="11539"/>
                    <a:pt x="13128" y="21722"/>
                  </a:cubicBezTo>
                  <a:cubicBezTo>
                    <a:pt x="13171" y="22012"/>
                    <a:pt x="13200" y="22302"/>
                    <a:pt x="13244" y="22577"/>
                  </a:cubicBezTo>
                  <a:cubicBezTo>
                    <a:pt x="13200" y="22519"/>
                    <a:pt x="13171" y="22447"/>
                    <a:pt x="13128" y="22403"/>
                  </a:cubicBezTo>
                  <a:cubicBezTo>
                    <a:pt x="13113" y="22374"/>
                    <a:pt x="13113" y="22360"/>
                    <a:pt x="13099" y="22345"/>
                  </a:cubicBezTo>
                  <a:cubicBezTo>
                    <a:pt x="13026" y="22229"/>
                    <a:pt x="12925" y="22142"/>
                    <a:pt x="12838" y="22041"/>
                  </a:cubicBezTo>
                  <a:lnTo>
                    <a:pt x="12809" y="21997"/>
                  </a:lnTo>
                  <a:cubicBezTo>
                    <a:pt x="12707" y="21910"/>
                    <a:pt x="12620" y="21823"/>
                    <a:pt x="12519" y="21751"/>
                  </a:cubicBezTo>
                  <a:cubicBezTo>
                    <a:pt x="12490" y="21751"/>
                    <a:pt x="12490" y="21722"/>
                    <a:pt x="12475" y="21722"/>
                  </a:cubicBezTo>
                  <a:cubicBezTo>
                    <a:pt x="12374" y="21649"/>
                    <a:pt x="12258" y="21577"/>
                    <a:pt x="12156" y="21533"/>
                  </a:cubicBezTo>
                  <a:cubicBezTo>
                    <a:pt x="12127" y="21504"/>
                    <a:pt x="12098" y="21490"/>
                    <a:pt x="12083" y="21490"/>
                  </a:cubicBezTo>
                  <a:cubicBezTo>
                    <a:pt x="12040" y="21475"/>
                    <a:pt x="12025" y="21461"/>
                    <a:pt x="11982" y="21432"/>
                  </a:cubicBezTo>
                  <a:cubicBezTo>
                    <a:pt x="11895" y="21403"/>
                    <a:pt x="11808" y="21359"/>
                    <a:pt x="11692" y="21330"/>
                  </a:cubicBezTo>
                  <a:lnTo>
                    <a:pt x="11677" y="21330"/>
                  </a:lnTo>
                  <a:cubicBezTo>
                    <a:pt x="11547" y="21287"/>
                    <a:pt x="11431" y="21258"/>
                    <a:pt x="11300" y="21243"/>
                  </a:cubicBezTo>
                  <a:cubicBezTo>
                    <a:pt x="11286" y="21243"/>
                    <a:pt x="11257" y="21243"/>
                    <a:pt x="11242" y="21214"/>
                  </a:cubicBezTo>
                  <a:cubicBezTo>
                    <a:pt x="11112" y="21200"/>
                    <a:pt x="10967" y="21200"/>
                    <a:pt x="10851" y="21200"/>
                  </a:cubicBezTo>
                  <a:lnTo>
                    <a:pt x="10778" y="21200"/>
                  </a:lnTo>
                  <a:cubicBezTo>
                    <a:pt x="10647" y="21200"/>
                    <a:pt x="10517" y="21214"/>
                    <a:pt x="10386" y="21243"/>
                  </a:cubicBezTo>
                  <a:lnTo>
                    <a:pt x="10357" y="21243"/>
                  </a:lnTo>
                  <a:cubicBezTo>
                    <a:pt x="10241" y="21258"/>
                    <a:pt x="10125" y="21287"/>
                    <a:pt x="10009" y="21330"/>
                  </a:cubicBezTo>
                  <a:cubicBezTo>
                    <a:pt x="9995" y="21330"/>
                    <a:pt x="9951" y="21345"/>
                    <a:pt x="9937" y="21345"/>
                  </a:cubicBezTo>
                  <a:cubicBezTo>
                    <a:pt x="9835" y="21388"/>
                    <a:pt x="9705" y="21432"/>
                    <a:pt x="9589" y="21490"/>
                  </a:cubicBezTo>
                  <a:cubicBezTo>
                    <a:pt x="9574" y="21504"/>
                    <a:pt x="9545" y="21533"/>
                    <a:pt x="9516" y="21533"/>
                  </a:cubicBezTo>
                  <a:cubicBezTo>
                    <a:pt x="9415" y="21577"/>
                    <a:pt x="9298" y="21649"/>
                    <a:pt x="9197" y="21751"/>
                  </a:cubicBezTo>
                  <a:lnTo>
                    <a:pt x="9182" y="21765"/>
                  </a:lnTo>
                  <a:cubicBezTo>
                    <a:pt x="9066" y="21838"/>
                    <a:pt x="8979" y="21925"/>
                    <a:pt x="8892" y="22012"/>
                  </a:cubicBezTo>
                  <a:lnTo>
                    <a:pt x="8849" y="22055"/>
                  </a:lnTo>
                  <a:cubicBezTo>
                    <a:pt x="8762" y="22142"/>
                    <a:pt x="8675" y="22258"/>
                    <a:pt x="8602" y="22374"/>
                  </a:cubicBezTo>
                  <a:lnTo>
                    <a:pt x="8573" y="22403"/>
                  </a:lnTo>
                  <a:cubicBezTo>
                    <a:pt x="1" y="35385"/>
                    <a:pt x="1176" y="41347"/>
                    <a:pt x="7587" y="47004"/>
                  </a:cubicBezTo>
                  <a:lnTo>
                    <a:pt x="7471" y="47004"/>
                  </a:lnTo>
                  <a:cubicBezTo>
                    <a:pt x="7340" y="47004"/>
                    <a:pt x="7224" y="47004"/>
                    <a:pt x="7094" y="47019"/>
                  </a:cubicBezTo>
                  <a:lnTo>
                    <a:pt x="7050" y="47019"/>
                  </a:lnTo>
                  <a:cubicBezTo>
                    <a:pt x="6934" y="47033"/>
                    <a:pt x="6804" y="47077"/>
                    <a:pt x="6673" y="47106"/>
                  </a:cubicBezTo>
                  <a:cubicBezTo>
                    <a:pt x="6644" y="47106"/>
                    <a:pt x="6615" y="47135"/>
                    <a:pt x="6586" y="47135"/>
                  </a:cubicBezTo>
                  <a:cubicBezTo>
                    <a:pt x="6543" y="47149"/>
                    <a:pt x="6514" y="47149"/>
                    <a:pt x="6499" y="47164"/>
                  </a:cubicBezTo>
                  <a:cubicBezTo>
                    <a:pt x="6397" y="47207"/>
                    <a:pt x="6310" y="47236"/>
                    <a:pt x="6223" y="47294"/>
                  </a:cubicBezTo>
                  <a:cubicBezTo>
                    <a:pt x="6223" y="47294"/>
                    <a:pt x="6209" y="47294"/>
                    <a:pt x="6209" y="47309"/>
                  </a:cubicBezTo>
                  <a:cubicBezTo>
                    <a:pt x="6078" y="47381"/>
                    <a:pt x="5962" y="47454"/>
                    <a:pt x="5861" y="47526"/>
                  </a:cubicBezTo>
                  <a:cubicBezTo>
                    <a:pt x="5846" y="47541"/>
                    <a:pt x="5846" y="47541"/>
                    <a:pt x="5817" y="47541"/>
                  </a:cubicBezTo>
                  <a:cubicBezTo>
                    <a:pt x="5716" y="47642"/>
                    <a:pt x="5600" y="47715"/>
                    <a:pt x="5513" y="47816"/>
                  </a:cubicBezTo>
                  <a:cubicBezTo>
                    <a:pt x="5498" y="47831"/>
                    <a:pt x="5484" y="47860"/>
                    <a:pt x="5484" y="47874"/>
                  </a:cubicBezTo>
                  <a:cubicBezTo>
                    <a:pt x="5382" y="47961"/>
                    <a:pt x="5295" y="48077"/>
                    <a:pt x="5223" y="48179"/>
                  </a:cubicBezTo>
                  <a:cubicBezTo>
                    <a:pt x="5223" y="48179"/>
                    <a:pt x="5223" y="48193"/>
                    <a:pt x="5208" y="48193"/>
                  </a:cubicBezTo>
                  <a:cubicBezTo>
                    <a:pt x="5136" y="48309"/>
                    <a:pt x="5078" y="48411"/>
                    <a:pt x="5005" y="48527"/>
                  </a:cubicBezTo>
                  <a:cubicBezTo>
                    <a:pt x="4990" y="48542"/>
                    <a:pt x="4990" y="48556"/>
                    <a:pt x="4976" y="48585"/>
                  </a:cubicBezTo>
                  <a:cubicBezTo>
                    <a:pt x="4918" y="48687"/>
                    <a:pt x="4874" y="48817"/>
                    <a:pt x="4831" y="48948"/>
                  </a:cubicBezTo>
                  <a:cubicBezTo>
                    <a:pt x="4831" y="48962"/>
                    <a:pt x="4802" y="48991"/>
                    <a:pt x="4802" y="49020"/>
                  </a:cubicBezTo>
                  <a:cubicBezTo>
                    <a:pt x="4773" y="49136"/>
                    <a:pt x="4729" y="49267"/>
                    <a:pt x="4729" y="49397"/>
                  </a:cubicBezTo>
                  <a:lnTo>
                    <a:pt x="4729" y="49412"/>
                  </a:lnTo>
                  <a:cubicBezTo>
                    <a:pt x="4715" y="49542"/>
                    <a:pt x="4715" y="49687"/>
                    <a:pt x="4715" y="49818"/>
                  </a:cubicBezTo>
                  <a:lnTo>
                    <a:pt x="4715" y="49862"/>
                  </a:lnTo>
                  <a:cubicBezTo>
                    <a:pt x="4715" y="49992"/>
                    <a:pt x="4729" y="50137"/>
                    <a:pt x="4773" y="50268"/>
                  </a:cubicBezTo>
                  <a:lnTo>
                    <a:pt x="4773" y="50297"/>
                  </a:lnTo>
                  <a:cubicBezTo>
                    <a:pt x="7683" y="64586"/>
                    <a:pt x="12311" y="68448"/>
                    <a:pt x="19896" y="68448"/>
                  </a:cubicBezTo>
                  <a:cubicBezTo>
                    <a:pt x="21235" y="68448"/>
                    <a:pt x="22665" y="68328"/>
                    <a:pt x="24195" y="68123"/>
                  </a:cubicBezTo>
                  <a:lnTo>
                    <a:pt x="24224" y="68123"/>
                  </a:lnTo>
                  <a:cubicBezTo>
                    <a:pt x="24746" y="68051"/>
                    <a:pt x="25254" y="67978"/>
                    <a:pt x="25747" y="67920"/>
                  </a:cubicBezTo>
                  <a:lnTo>
                    <a:pt x="25747" y="67920"/>
                  </a:lnTo>
                  <a:cubicBezTo>
                    <a:pt x="25733" y="67964"/>
                    <a:pt x="25733" y="67993"/>
                    <a:pt x="25718" y="68036"/>
                  </a:cubicBezTo>
                  <a:lnTo>
                    <a:pt x="25718" y="68051"/>
                  </a:lnTo>
                  <a:cubicBezTo>
                    <a:pt x="25675" y="68181"/>
                    <a:pt x="25646" y="68312"/>
                    <a:pt x="25617" y="68457"/>
                  </a:cubicBezTo>
                  <a:lnTo>
                    <a:pt x="25617" y="68501"/>
                  </a:lnTo>
                  <a:cubicBezTo>
                    <a:pt x="25602" y="68631"/>
                    <a:pt x="25602" y="68776"/>
                    <a:pt x="25602" y="68907"/>
                  </a:cubicBezTo>
                  <a:lnTo>
                    <a:pt x="25602" y="68979"/>
                  </a:lnTo>
                  <a:cubicBezTo>
                    <a:pt x="25602" y="69110"/>
                    <a:pt x="25617" y="69255"/>
                    <a:pt x="25646" y="69371"/>
                  </a:cubicBezTo>
                  <a:lnTo>
                    <a:pt x="25646" y="69400"/>
                  </a:lnTo>
                  <a:cubicBezTo>
                    <a:pt x="25660" y="69516"/>
                    <a:pt x="25689" y="69646"/>
                    <a:pt x="25733" y="69762"/>
                  </a:cubicBezTo>
                  <a:cubicBezTo>
                    <a:pt x="25733" y="69777"/>
                    <a:pt x="25747" y="69791"/>
                    <a:pt x="25747" y="69806"/>
                  </a:cubicBezTo>
                  <a:cubicBezTo>
                    <a:pt x="25791" y="69937"/>
                    <a:pt x="25834" y="70053"/>
                    <a:pt x="25907" y="70154"/>
                  </a:cubicBezTo>
                  <a:cubicBezTo>
                    <a:pt x="25936" y="70169"/>
                    <a:pt x="25936" y="70198"/>
                    <a:pt x="25950" y="70227"/>
                  </a:cubicBezTo>
                  <a:cubicBezTo>
                    <a:pt x="26023" y="70343"/>
                    <a:pt x="26095" y="70459"/>
                    <a:pt x="26168" y="70560"/>
                  </a:cubicBezTo>
                  <a:cubicBezTo>
                    <a:pt x="26255" y="70662"/>
                    <a:pt x="26342" y="70749"/>
                    <a:pt x="26443" y="70865"/>
                  </a:cubicBezTo>
                  <a:lnTo>
                    <a:pt x="26473" y="70894"/>
                  </a:lnTo>
                  <a:cubicBezTo>
                    <a:pt x="26560" y="70995"/>
                    <a:pt x="26676" y="71082"/>
                    <a:pt x="26806" y="71155"/>
                  </a:cubicBezTo>
                  <a:lnTo>
                    <a:pt x="26821" y="71169"/>
                  </a:lnTo>
                  <a:cubicBezTo>
                    <a:pt x="33261" y="75434"/>
                    <a:pt x="37975" y="77276"/>
                    <a:pt x="41775" y="77276"/>
                  </a:cubicBezTo>
                  <a:cubicBezTo>
                    <a:pt x="45634" y="77276"/>
                    <a:pt x="48564" y="75376"/>
                    <a:pt x="51407" y="72156"/>
                  </a:cubicBezTo>
                  <a:lnTo>
                    <a:pt x="51407" y="72228"/>
                  </a:lnTo>
                  <a:lnTo>
                    <a:pt x="51407" y="72272"/>
                  </a:lnTo>
                  <a:cubicBezTo>
                    <a:pt x="51407" y="72402"/>
                    <a:pt x="51407" y="72533"/>
                    <a:pt x="51421" y="72663"/>
                  </a:cubicBezTo>
                  <a:lnTo>
                    <a:pt x="51421" y="72692"/>
                  </a:lnTo>
                  <a:cubicBezTo>
                    <a:pt x="51436" y="72823"/>
                    <a:pt x="51479" y="72954"/>
                    <a:pt x="51508" y="73070"/>
                  </a:cubicBezTo>
                  <a:cubicBezTo>
                    <a:pt x="51508" y="73113"/>
                    <a:pt x="51537" y="73128"/>
                    <a:pt x="51552" y="73171"/>
                  </a:cubicBezTo>
                  <a:cubicBezTo>
                    <a:pt x="51566" y="73200"/>
                    <a:pt x="51566" y="73244"/>
                    <a:pt x="51581" y="73258"/>
                  </a:cubicBezTo>
                  <a:cubicBezTo>
                    <a:pt x="51610" y="73316"/>
                    <a:pt x="51639" y="73360"/>
                    <a:pt x="51653" y="73403"/>
                  </a:cubicBezTo>
                  <a:cubicBezTo>
                    <a:pt x="51682" y="73432"/>
                    <a:pt x="51697" y="73490"/>
                    <a:pt x="51711" y="73534"/>
                  </a:cubicBezTo>
                  <a:cubicBezTo>
                    <a:pt x="51726" y="73548"/>
                    <a:pt x="51726" y="73563"/>
                    <a:pt x="51755" y="73577"/>
                  </a:cubicBezTo>
                  <a:cubicBezTo>
                    <a:pt x="51784" y="73635"/>
                    <a:pt x="51798" y="73693"/>
                    <a:pt x="51842" y="73751"/>
                  </a:cubicBezTo>
                  <a:cubicBezTo>
                    <a:pt x="51871" y="73795"/>
                    <a:pt x="51914" y="73867"/>
                    <a:pt x="51972" y="73925"/>
                  </a:cubicBezTo>
                  <a:cubicBezTo>
                    <a:pt x="52001" y="73983"/>
                    <a:pt x="52045" y="74012"/>
                    <a:pt x="52074" y="74070"/>
                  </a:cubicBezTo>
                  <a:cubicBezTo>
                    <a:pt x="52132" y="74129"/>
                    <a:pt x="52161" y="74187"/>
                    <a:pt x="52219" y="74230"/>
                  </a:cubicBezTo>
                  <a:lnTo>
                    <a:pt x="52350" y="74361"/>
                  </a:lnTo>
                  <a:cubicBezTo>
                    <a:pt x="52408" y="74419"/>
                    <a:pt x="52451" y="74448"/>
                    <a:pt x="52509" y="74491"/>
                  </a:cubicBezTo>
                  <a:cubicBezTo>
                    <a:pt x="52567" y="74520"/>
                    <a:pt x="52596" y="74564"/>
                    <a:pt x="52654" y="74593"/>
                  </a:cubicBezTo>
                  <a:cubicBezTo>
                    <a:pt x="52712" y="74636"/>
                    <a:pt x="52785" y="74665"/>
                    <a:pt x="52857" y="74709"/>
                  </a:cubicBezTo>
                  <a:cubicBezTo>
                    <a:pt x="52915" y="74723"/>
                    <a:pt x="52944" y="74767"/>
                    <a:pt x="53002" y="74781"/>
                  </a:cubicBezTo>
                  <a:cubicBezTo>
                    <a:pt x="53075" y="74810"/>
                    <a:pt x="53147" y="74839"/>
                    <a:pt x="53220" y="74868"/>
                  </a:cubicBezTo>
                  <a:cubicBezTo>
                    <a:pt x="53278" y="74883"/>
                    <a:pt x="53321" y="74912"/>
                    <a:pt x="53365" y="74926"/>
                  </a:cubicBezTo>
                  <a:cubicBezTo>
                    <a:pt x="53437" y="74941"/>
                    <a:pt x="53524" y="74955"/>
                    <a:pt x="53597" y="74984"/>
                  </a:cubicBezTo>
                  <a:cubicBezTo>
                    <a:pt x="53655" y="74999"/>
                    <a:pt x="53713" y="74999"/>
                    <a:pt x="53742" y="75013"/>
                  </a:cubicBezTo>
                  <a:cubicBezTo>
                    <a:pt x="53829" y="75028"/>
                    <a:pt x="53931" y="75028"/>
                    <a:pt x="54032" y="75028"/>
                  </a:cubicBezTo>
                  <a:lnTo>
                    <a:pt x="54148" y="75028"/>
                  </a:lnTo>
                  <a:cubicBezTo>
                    <a:pt x="54235" y="75028"/>
                    <a:pt x="54322" y="75028"/>
                    <a:pt x="54409" y="75013"/>
                  </a:cubicBezTo>
                  <a:lnTo>
                    <a:pt x="54438" y="75013"/>
                  </a:lnTo>
                  <a:cubicBezTo>
                    <a:pt x="54511" y="75013"/>
                    <a:pt x="54598" y="74999"/>
                    <a:pt x="54670" y="74984"/>
                  </a:cubicBezTo>
                  <a:lnTo>
                    <a:pt x="54685" y="74984"/>
                  </a:lnTo>
                  <a:cubicBezTo>
                    <a:pt x="71496" y="71547"/>
                    <a:pt x="73875" y="65745"/>
                    <a:pt x="72512" y="55562"/>
                  </a:cubicBezTo>
                  <a:lnTo>
                    <a:pt x="72512" y="55518"/>
                  </a:lnTo>
                  <a:cubicBezTo>
                    <a:pt x="72468" y="55257"/>
                    <a:pt x="72439" y="54967"/>
                    <a:pt x="72396" y="54706"/>
                  </a:cubicBezTo>
                  <a:lnTo>
                    <a:pt x="72396" y="54706"/>
                  </a:lnTo>
                  <a:cubicBezTo>
                    <a:pt x="72439" y="54779"/>
                    <a:pt x="72468" y="54837"/>
                    <a:pt x="72526" y="54895"/>
                  </a:cubicBezTo>
                  <a:cubicBezTo>
                    <a:pt x="72541" y="54909"/>
                    <a:pt x="72541" y="54924"/>
                    <a:pt x="72570" y="54938"/>
                  </a:cubicBezTo>
                  <a:cubicBezTo>
                    <a:pt x="72642" y="55054"/>
                    <a:pt x="72729" y="55141"/>
                    <a:pt x="72816" y="55257"/>
                  </a:cubicBezTo>
                  <a:lnTo>
                    <a:pt x="72860" y="55286"/>
                  </a:lnTo>
                  <a:cubicBezTo>
                    <a:pt x="72947" y="55373"/>
                    <a:pt x="73034" y="55475"/>
                    <a:pt x="73150" y="55548"/>
                  </a:cubicBezTo>
                  <a:cubicBezTo>
                    <a:pt x="73164" y="55548"/>
                    <a:pt x="73164" y="55562"/>
                    <a:pt x="73179" y="55562"/>
                  </a:cubicBezTo>
                  <a:cubicBezTo>
                    <a:pt x="73295" y="55635"/>
                    <a:pt x="73396" y="55707"/>
                    <a:pt x="73527" y="55765"/>
                  </a:cubicBezTo>
                  <a:cubicBezTo>
                    <a:pt x="73541" y="55780"/>
                    <a:pt x="73585" y="55780"/>
                    <a:pt x="73599" y="55794"/>
                  </a:cubicBezTo>
                  <a:cubicBezTo>
                    <a:pt x="73629" y="55809"/>
                    <a:pt x="73658" y="55838"/>
                    <a:pt x="73687" y="55852"/>
                  </a:cubicBezTo>
                  <a:cubicBezTo>
                    <a:pt x="73774" y="55881"/>
                    <a:pt x="73890" y="55925"/>
                    <a:pt x="73977" y="55954"/>
                  </a:cubicBezTo>
                  <a:lnTo>
                    <a:pt x="73991" y="55954"/>
                  </a:lnTo>
                  <a:cubicBezTo>
                    <a:pt x="74122" y="55997"/>
                    <a:pt x="74238" y="56026"/>
                    <a:pt x="74354" y="56055"/>
                  </a:cubicBezTo>
                  <a:cubicBezTo>
                    <a:pt x="74397" y="56055"/>
                    <a:pt x="74412" y="56070"/>
                    <a:pt x="74455" y="56070"/>
                  </a:cubicBezTo>
                  <a:cubicBezTo>
                    <a:pt x="74571" y="56084"/>
                    <a:pt x="74702" y="56099"/>
                    <a:pt x="74832" y="56099"/>
                  </a:cubicBezTo>
                  <a:lnTo>
                    <a:pt x="74861" y="56099"/>
                  </a:lnTo>
                  <a:cubicBezTo>
                    <a:pt x="74977" y="56099"/>
                    <a:pt x="75079" y="56084"/>
                    <a:pt x="75195" y="56084"/>
                  </a:cubicBezTo>
                  <a:cubicBezTo>
                    <a:pt x="75224" y="56084"/>
                    <a:pt x="75268" y="56070"/>
                    <a:pt x="75326" y="56070"/>
                  </a:cubicBezTo>
                  <a:cubicBezTo>
                    <a:pt x="75398" y="56055"/>
                    <a:pt x="75485" y="56026"/>
                    <a:pt x="75558" y="56012"/>
                  </a:cubicBezTo>
                  <a:cubicBezTo>
                    <a:pt x="75587" y="55997"/>
                    <a:pt x="75645" y="55997"/>
                    <a:pt x="75688" y="55983"/>
                  </a:cubicBezTo>
                  <a:cubicBezTo>
                    <a:pt x="75761" y="55954"/>
                    <a:pt x="75833" y="55925"/>
                    <a:pt x="75906" y="55910"/>
                  </a:cubicBezTo>
                  <a:cubicBezTo>
                    <a:pt x="75935" y="55881"/>
                    <a:pt x="75993" y="55867"/>
                    <a:pt x="76022" y="55852"/>
                  </a:cubicBezTo>
                  <a:cubicBezTo>
                    <a:pt x="76094" y="55809"/>
                    <a:pt x="76152" y="55780"/>
                    <a:pt x="76225" y="55736"/>
                  </a:cubicBezTo>
                  <a:cubicBezTo>
                    <a:pt x="76268" y="55722"/>
                    <a:pt x="76312" y="55693"/>
                    <a:pt x="76355" y="55664"/>
                  </a:cubicBezTo>
                  <a:cubicBezTo>
                    <a:pt x="76428" y="55635"/>
                    <a:pt x="76486" y="55577"/>
                    <a:pt x="76530" y="55518"/>
                  </a:cubicBezTo>
                  <a:cubicBezTo>
                    <a:pt x="76573" y="55489"/>
                    <a:pt x="76602" y="55475"/>
                    <a:pt x="76646" y="55431"/>
                  </a:cubicBezTo>
                  <a:cubicBezTo>
                    <a:pt x="76718" y="55373"/>
                    <a:pt x="76776" y="55301"/>
                    <a:pt x="76820" y="55257"/>
                  </a:cubicBezTo>
                  <a:lnTo>
                    <a:pt x="76892" y="55185"/>
                  </a:lnTo>
                  <a:cubicBezTo>
                    <a:pt x="76965" y="55083"/>
                    <a:pt x="77037" y="54996"/>
                    <a:pt x="77110" y="54895"/>
                  </a:cubicBezTo>
                  <a:lnTo>
                    <a:pt x="77139" y="54866"/>
                  </a:lnTo>
                  <a:lnTo>
                    <a:pt x="77139" y="54851"/>
                  </a:lnTo>
                  <a:cubicBezTo>
                    <a:pt x="85653" y="41927"/>
                    <a:pt x="84478" y="35966"/>
                    <a:pt x="78082" y="30309"/>
                  </a:cubicBezTo>
                  <a:lnTo>
                    <a:pt x="78198" y="30309"/>
                  </a:lnTo>
                  <a:cubicBezTo>
                    <a:pt x="78299" y="30309"/>
                    <a:pt x="78401" y="30309"/>
                    <a:pt x="78502" y="30294"/>
                  </a:cubicBezTo>
                  <a:cubicBezTo>
                    <a:pt x="78531" y="30294"/>
                    <a:pt x="78546" y="30294"/>
                    <a:pt x="78575" y="30265"/>
                  </a:cubicBezTo>
                  <a:cubicBezTo>
                    <a:pt x="78647" y="30251"/>
                    <a:pt x="78720" y="30251"/>
                    <a:pt x="78821" y="30236"/>
                  </a:cubicBezTo>
                  <a:cubicBezTo>
                    <a:pt x="78850" y="30236"/>
                    <a:pt x="78865" y="30207"/>
                    <a:pt x="78908" y="30207"/>
                  </a:cubicBezTo>
                  <a:cubicBezTo>
                    <a:pt x="78981" y="30193"/>
                    <a:pt x="79068" y="30178"/>
                    <a:pt x="79140" y="30135"/>
                  </a:cubicBezTo>
                  <a:cubicBezTo>
                    <a:pt x="79169" y="30135"/>
                    <a:pt x="79184" y="30120"/>
                    <a:pt x="79198" y="30120"/>
                  </a:cubicBezTo>
                  <a:lnTo>
                    <a:pt x="79213" y="30120"/>
                  </a:lnTo>
                  <a:cubicBezTo>
                    <a:pt x="79314" y="30091"/>
                    <a:pt x="79402" y="30048"/>
                    <a:pt x="79489" y="29990"/>
                  </a:cubicBezTo>
                  <a:cubicBezTo>
                    <a:pt x="79489" y="29990"/>
                    <a:pt x="79503" y="29990"/>
                    <a:pt x="79503" y="29975"/>
                  </a:cubicBezTo>
                  <a:cubicBezTo>
                    <a:pt x="79634" y="29903"/>
                    <a:pt x="79750" y="29830"/>
                    <a:pt x="79851" y="29757"/>
                  </a:cubicBezTo>
                  <a:cubicBezTo>
                    <a:pt x="79866" y="29743"/>
                    <a:pt x="79866" y="29743"/>
                    <a:pt x="79895" y="29743"/>
                  </a:cubicBezTo>
                  <a:cubicBezTo>
                    <a:pt x="79996" y="29656"/>
                    <a:pt x="80083" y="29583"/>
                    <a:pt x="80199" y="29467"/>
                  </a:cubicBezTo>
                  <a:lnTo>
                    <a:pt x="80257" y="29409"/>
                  </a:lnTo>
                  <a:cubicBezTo>
                    <a:pt x="80344" y="29322"/>
                    <a:pt x="80431" y="29221"/>
                    <a:pt x="80504" y="29105"/>
                  </a:cubicBezTo>
                  <a:cubicBezTo>
                    <a:pt x="80504" y="29105"/>
                    <a:pt x="80504" y="29090"/>
                    <a:pt x="80518" y="29090"/>
                  </a:cubicBezTo>
                  <a:cubicBezTo>
                    <a:pt x="80591" y="28974"/>
                    <a:pt x="80649" y="28873"/>
                    <a:pt x="80721" y="28757"/>
                  </a:cubicBezTo>
                  <a:cubicBezTo>
                    <a:pt x="80736" y="28742"/>
                    <a:pt x="80736" y="28728"/>
                    <a:pt x="80765" y="28713"/>
                  </a:cubicBezTo>
                  <a:cubicBezTo>
                    <a:pt x="80809" y="28597"/>
                    <a:pt x="80852" y="28467"/>
                    <a:pt x="80910" y="28351"/>
                  </a:cubicBezTo>
                  <a:cubicBezTo>
                    <a:pt x="80910" y="28321"/>
                    <a:pt x="80925" y="28292"/>
                    <a:pt x="80925" y="28278"/>
                  </a:cubicBezTo>
                  <a:cubicBezTo>
                    <a:pt x="80954" y="28147"/>
                    <a:pt x="80997" y="28017"/>
                    <a:pt x="80997" y="27886"/>
                  </a:cubicBezTo>
                  <a:lnTo>
                    <a:pt x="80997" y="27872"/>
                  </a:lnTo>
                  <a:cubicBezTo>
                    <a:pt x="81012" y="27741"/>
                    <a:pt x="81012" y="27596"/>
                    <a:pt x="81012" y="27480"/>
                  </a:cubicBezTo>
                  <a:lnTo>
                    <a:pt x="81012" y="27422"/>
                  </a:lnTo>
                  <a:cubicBezTo>
                    <a:pt x="81012" y="27292"/>
                    <a:pt x="80997" y="27147"/>
                    <a:pt x="80954" y="27016"/>
                  </a:cubicBezTo>
                  <a:lnTo>
                    <a:pt x="80954" y="26987"/>
                  </a:lnTo>
                  <a:cubicBezTo>
                    <a:pt x="78044" y="12698"/>
                    <a:pt x="73416" y="8835"/>
                    <a:pt x="65840" y="8835"/>
                  </a:cubicBezTo>
                  <a:cubicBezTo>
                    <a:pt x="64502" y="8835"/>
                    <a:pt x="63073" y="8956"/>
                    <a:pt x="61546" y="9160"/>
                  </a:cubicBezTo>
                  <a:lnTo>
                    <a:pt x="61502" y="9160"/>
                  </a:lnTo>
                  <a:cubicBezTo>
                    <a:pt x="60980" y="9233"/>
                    <a:pt x="60472" y="9305"/>
                    <a:pt x="59979" y="9363"/>
                  </a:cubicBezTo>
                  <a:cubicBezTo>
                    <a:pt x="59994" y="9320"/>
                    <a:pt x="59994" y="9291"/>
                    <a:pt x="60023" y="9247"/>
                  </a:cubicBezTo>
                  <a:lnTo>
                    <a:pt x="60023" y="9233"/>
                  </a:lnTo>
                  <a:cubicBezTo>
                    <a:pt x="60052" y="9102"/>
                    <a:pt x="60095" y="8986"/>
                    <a:pt x="60110" y="8841"/>
                  </a:cubicBezTo>
                  <a:lnTo>
                    <a:pt x="60110" y="8783"/>
                  </a:lnTo>
                  <a:cubicBezTo>
                    <a:pt x="60124" y="8653"/>
                    <a:pt x="60124" y="8508"/>
                    <a:pt x="60124" y="8377"/>
                  </a:cubicBezTo>
                  <a:lnTo>
                    <a:pt x="60124" y="8304"/>
                  </a:lnTo>
                  <a:cubicBezTo>
                    <a:pt x="60124" y="8188"/>
                    <a:pt x="60110" y="8043"/>
                    <a:pt x="60095" y="7913"/>
                  </a:cubicBezTo>
                  <a:lnTo>
                    <a:pt x="60095" y="7898"/>
                  </a:lnTo>
                  <a:cubicBezTo>
                    <a:pt x="60066" y="7768"/>
                    <a:pt x="60037" y="7637"/>
                    <a:pt x="59994" y="7536"/>
                  </a:cubicBezTo>
                  <a:cubicBezTo>
                    <a:pt x="59994" y="7507"/>
                    <a:pt x="59979" y="7492"/>
                    <a:pt x="59979" y="7478"/>
                  </a:cubicBezTo>
                  <a:cubicBezTo>
                    <a:pt x="59950" y="7347"/>
                    <a:pt x="59892" y="7246"/>
                    <a:pt x="59820" y="7130"/>
                  </a:cubicBezTo>
                  <a:cubicBezTo>
                    <a:pt x="59805" y="7115"/>
                    <a:pt x="59805" y="7101"/>
                    <a:pt x="59776" y="7057"/>
                  </a:cubicBezTo>
                  <a:cubicBezTo>
                    <a:pt x="59704" y="6956"/>
                    <a:pt x="59631" y="6825"/>
                    <a:pt x="59559" y="6738"/>
                  </a:cubicBezTo>
                  <a:cubicBezTo>
                    <a:pt x="59472" y="6622"/>
                    <a:pt x="59385" y="6535"/>
                    <a:pt x="59297" y="6419"/>
                  </a:cubicBezTo>
                  <a:lnTo>
                    <a:pt x="59254" y="6390"/>
                  </a:lnTo>
                  <a:cubicBezTo>
                    <a:pt x="59167" y="6303"/>
                    <a:pt x="59051" y="6201"/>
                    <a:pt x="58935" y="6129"/>
                  </a:cubicBezTo>
                  <a:lnTo>
                    <a:pt x="58906" y="6114"/>
                  </a:lnTo>
                  <a:cubicBezTo>
                    <a:pt x="52467" y="1853"/>
                    <a:pt x="47752" y="0"/>
                    <a:pt x="439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7" name="Google Shape;607;p24"/>
            <p:cNvSpPr/>
            <p:nvPr/>
          </p:nvSpPr>
          <p:spPr>
            <a:xfrm>
              <a:off x="1204150" y="4106925"/>
              <a:ext cx="80525" cy="126575"/>
            </a:xfrm>
            <a:custGeom>
              <a:avLst/>
              <a:gdLst/>
              <a:ahLst/>
              <a:cxnLst/>
              <a:rect l="l" t="t" r="r" b="b"/>
              <a:pathLst>
                <a:path w="3221" h="5063" extrusionOk="0">
                  <a:moveTo>
                    <a:pt x="436" y="0"/>
                  </a:moveTo>
                  <a:cubicBezTo>
                    <a:pt x="305" y="0"/>
                    <a:pt x="218" y="44"/>
                    <a:pt x="131" y="131"/>
                  </a:cubicBezTo>
                  <a:cubicBezTo>
                    <a:pt x="30" y="203"/>
                    <a:pt x="1" y="305"/>
                    <a:pt x="1" y="435"/>
                  </a:cubicBezTo>
                  <a:lnTo>
                    <a:pt x="1" y="4627"/>
                  </a:lnTo>
                  <a:cubicBezTo>
                    <a:pt x="1" y="4758"/>
                    <a:pt x="30" y="4845"/>
                    <a:pt x="131" y="4932"/>
                  </a:cubicBezTo>
                  <a:cubicBezTo>
                    <a:pt x="204" y="5033"/>
                    <a:pt x="320" y="5062"/>
                    <a:pt x="450" y="5062"/>
                  </a:cubicBezTo>
                  <a:cubicBezTo>
                    <a:pt x="566" y="5062"/>
                    <a:pt x="668" y="5033"/>
                    <a:pt x="769" y="4975"/>
                  </a:cubicBezTo>
                  <a:cubicBezTo>
                    <a:pt x="871" y="4903"/>
                    <a:pt x="900" y="4787"/>
                    <a:pt x="900" y="4671"/>
                  </a:cubicBezTo>
                  <a:lnTo>
                    <a:pt x="900" y="2974"/>
                  </a:lnTo>
                  <a:lnTo>
                    <a:pt x="2466" y="2974"/>
                  </a:lnTo>
                  <a:cubicBezTo>
                    <a:pt x="2582" y="2974"/>
                    <a:pt x="2684" y="2945"/>
                    <a:pt x="2771" y="2858"/>
                  </a:cubicBezTo>
                  <a:cubicBezTo>
                    <a:pt x="2858" y="2756"/>
                    <a:pt x="2902" y="2669"/>
                    <a:pt x="2902" y="2568"/>
                  </a:cubicBezTo>
                  <a:cubicBezTo>
                    <a:pt x="2902" y="2437"/>
                    <a:pt x="2858" y="2321"/>
                    <a:pt x="2771" y="2249"/>
                  </a:cubicBezTo>
                  <a:cubicBezTo>
                    <a:pt x="2698" y="2161"/>
                    <a:pt x="2582" y="2132"/>
                    <a:pt x="2466" y="2132"/>
                  </a:cubicBezTo>
                  <a:lnTo>
                    <a:pt x="900" y="2132"/>
                  </a:lnTo>
                  <a:lnTo>
                    <a:pt x="900" y="856"/>
                  </a:lnTo>
                  <a:lnTo>
                    <a:pt x="2785" y="856"/>
                  </a:lnTo>
                  <a:cubicBezTo>
                    <a:pt x="2916" y="856"/>
                    <a:pt x="3003" y="813"/>
                    <a:pt x="3090" y="725"/>
                  </a:cubicBezTo>
                  <a:cubicBezTo>
                    <a:pt x="3192" y="638"/>
                    <a:pt x="3221" y="551"/>
                    <a:pt x="3221" y="435"/>
                  </a:cubicBezTo>
                  <a:cubicBezTo>
                    <a:pt x="3221" y="305"/>
                    <a:pt x="3192" y="203"/>
                    <a:pt x="3090" y="131"/>
                  </a:cubicBezTo>
                  <a:cubicBezTo>
                    <a:pt x="3032" y="44"/>
                    <a:pt x="2916" y="0"/>
                    <a:pt x="2785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8" name="Google Shape;608;p24"/>
            <p:cNvSpPr/>
            <p:nvPr/>
          </p:nvSpPr>
          <p:spPr>
            <a:xfrm>
              <a:off x="1305675" y="4106925"/>
              <a:ext cx="104100" cy="127850"/>
            </a:xfrm>
            <a:custGeom>
              <a:avLst/>
              <a:gdLst/>
              <a:ahLst/>
              <a:cxnLst/>
              <a:rect l="l" t="t" r="r" b="b"/>
              <a:pathLst>
                <a:path w="4164" h="5114" extrusionOk="0">
                  <a:moveTo>
                    <a:pt x="2481" y="827"/>
                  </a:moveTo>
                  <a:cubicBezTo>
                    <a:pt x="2612" y="827"/>
                    <a:pt x="2742" y="900"/>
                    <a:pt x="2844" y="1045"/>
                  </a:cubicBezTo>
                  <a:cubicBezTo>
                    <a:pt x="2960" y="1161"/>
                    <a:pt x="3003" y="1349"/>
                    <a:pt x="3003" y="1567"/>
                  </a:cubicBezTo>
                  <a:cubicBezTo>
                    <a:pt x="3003" y="1726"/>
                    <a:pt x="2989" y="1871"/>
                    <a:pt x="2931" y="2016"/>
                  </a:cubicBezTo>
                  <a:cubicBezTo>
                    <a:pt x="2887" y="2161"/>
                    <a:pt x="2829" y="2278"/>
                    <a:pt x="2742" y="2350"/>
                  </a:cubicBezTo>
                  <a:cubicBezTo>
                    <a:pt x="2641" y="2437"/>
                    <a:pt x="2568" y="2466"/>
                    <a:pt x="2481" y="2466"/>
                  </a:cubicBezTo>
                  <a:lnTo>
                    <a:pt x="900" y="2466"/>
                  </a:lnTo>
                  <a:lnTo>
                    <a:pt x="900" y="827"/>
                  </a:lnTo>
                  <a:close/>
                  <a:moveTo>
                    <a:pt x="436" y="0"/>
                  </a:moveTo>
                  <a:cubicBezTo>
                    <a:pt x="306" y="0"/>
                    <a:pt x="219" y="44"/>
                    <a:pt x="131" y="131"/>
                  </a:cubicBezTo>
                  <a:cubicBezTo>
                    <a:pt x="30" y="203"/>
                    <a:pt x="1" y="305"/>
                    <a:pt x="1" y="435"/>
                  </a:cubicBezTo>
                  <a:lnTo>
                    <a:pt x="1" y="4627"/>
                  </a:lnTo>
                  <a:cubicBezTo>
                    <a:pt x="1" y="4758"/>
                    <a:pt x="59" y="4845"/>
                    <a:pt x="161" y="4932"/>
                  </a:cubicBezTo>
                  <a:cubicBezTo>
                    <a:pt x="277" y="5033"/>
                    <a:pt x="393" y="5062"/>
                    <a:pt x="523" y="5062"/>
                  </a:cubicBezTo>
                  <a:cubicBezTo>
                    <a:pt x="654" y="5062"/>
                    <a:pt x="741" y="5033"/>
                    <a:pt x="755" y="4975"/>
                  </a:cubicBezTo>
                  <a:cubicBezTo>
                    <a:pt x="828" y="4903"/>
                    <a:pt x="871" y="4787"/>
                    <a:pt x="871" y="4656"/>
                  </a:cubicBezTo>
                  <a:lnTo>
                    <a:pt x="871" y="3249"/>
                  </a:lnTo>
                  <a:lnTo>
                    <a:pt x="2235" y="3249"/>
                  </a:lnTo>
                  <a:cubicBezTo>
                    <a:pt x="2336" y="3249"/>
                    <a:pt x="2423" y="3264"/>
                    <a:pt x="2510" y="3278"/>
                  </a:cubicBezTo>
                  <a:cubicBezTo>
                    <a:pt x="2597" y="3307"/>
                    <a:pt x="2655" y="3336"/>
                    <a:pt x="2713" y="3394"/>
                  </a:cubicBezTo>
                  <a:cubicBezTo>
                    <a:pt x="2771" y="3452"/>
                    <a:pt x="2800" y="3496"/>
                    <a:pt x="2844" y="3568"/>
                  </a:cubicBezTo>
                  <a:cubicBezTo>
                    <a:pt x="2858" y="3641"/>
                    <a:pt x="2873" y="3714"/>
                    <a:pt x="2873" y="3815"/>
                  </a:cubicBezTo>
                  <a:cubicBezTo>
                    <a:pt x="2873" y="4062"/>
                    <a:pt x="2902" y="4265"/>
                    <a:pt x="2945" y="4424"/>
                  </a:cubicBezTo>
                  <a:cubicBezTo>
                    <a:pt x="3003" y="4584"/>
                    <a:pt x="3062" y="4714"/>
                    <a:pt x="3149" y="4801"/>
                  </a:cubicBezTo>
                  <a:cubicBezTo>
                    <a:pt x="3236" y="4903"/>
                    <a:pt x="3308" y="4975"/>
                    <a:pt x="3410" y="5019"/>
                  </a:cubicBezTo>
                  <a:cubicBezTo>
                    <a:pt x="3453" y="5062"/>
                    <a:pt x="3511" y="5077"/>
                    <a:pt x="3598" y="5092"/>
                  </a:cubicBezTo>
                  <a:cubicBezTo>
                    <a:pt x="3649" y="5106"/>
                    <a:pt x="3692" y="5113"/>
                    <a:pt x="3734" y="5113"/>
                  </a:cubicBezTo>
                  <a:cubicBezTo>
                    <a:pt x="3776" y="5113"/>
                    <a:pt x="3816" y="5106"/>
                    <a:pt x="3859" y="5092"/>
                  </a:cubicBezTo>
                  <a:cubicBezTo>
                    <a:pt x="3932" y="5077"/>
                    <a:pt x="4004" y="5019"/>
                    <a:pt x="4062" y="4975"/>
                  </a:cubicBezTo>
                  <a:cubicBezTo>
                    <a:pt x="4149" y="4874"/>
                    <a:pt x="4164" y="4787"/>
                    <a:pt x="4149" y="4656"/>
                  </a:cubicBezTo>
                  <a:cubicBezTo>
                    <a:pt x="4135" y="4540"/>
                    <a:pt x="4062" y="4439"/>
                    <a:pt x="3946" y="4395"/>
                  </a:cubicBezTo>
                  <a:cubicBezTo>
                    <a:pt x="3888" y="4352"/>
                    <a:pt x="3845" y="4323"/>
                    <a:pt x="3816" y="4250"/>
                  </a:cubicBezTo>
                  <a:cubicBezTo>
                    <a:pt x="3801" y="4178"/>
                    <a:pt x="3787" y="4105"/>
                    <a:pt x="3787" y="4004"/>
                  </a:cubicBezTo>
                  <a:cubicBezTo>
                    <a:pt x="3787" y="3917"/>
                    <a:pt x="3772" y="3815"/>
                    <a:pt x="3758" y="3685"/>
                  </a:cubicBezTo>
                  <a:cubicBezTo>
                    <a:pt x="3729" y="3554"/>
                    <a:pt x="3714" y="3423"/>
                    <a:pt x="3656" y="3322"/>
                  </a:cubicBezTo>
                  <a:cubicBezTo>
                    <a:pt x="3613" y="3191"/>
                    <a:pt x="3540" y="3090"/>
                    <a:pt x="3439" y="2988"/>
                  </a:cubicBezTo>
                  <a:cubicBezTo>
                    <a:pt x="3385" y="2934"/>
                    <a:pt x="3314" y="2881"/>
                    <a:pt x="3241" y="2830"/>
                  </a:cubicBezTo>
                  <a:lnTo>
                    <a:pt x="3241" y="2830"/>
                  </a:lnTo>
                  <a:cubicBezTo>
                    <a:pt x="3348" y="2766"/>
                    <a:pt x="3448" y="2685"/>
                    <a:pt x="3540" y="2582"/>
                  </a:cubicBezTo>
                  <a:cubicBezTo>
                    <a:pt x="3656" y="2437"/>
                    <a:pt x="3772" y="2292"/>
                    <a:pt x="3845" y="2103"/>
                  </a:cubicBezTo>
                  <a:cubicBezTo>
                    <a:pt x="3917" y="1929"/>
                    <a:pt x="3946" y="1741"/>
                    <a:pt x="3946" y="1567"/>
                  </a:cubicBezTo>
                  <a:cubicBezTo>
                    <a:pt x="3946" y="1248"/>
                    <a:pt x="3874" y="987"/>
                    <a:pt x="3758" y="740"/>
                  </a:cubicBezTo>
                  <a:cubicBezTo>
                    <a:pt x="3627" y="508"/>
                    <a:pt x="3439" y="334"/>
                    <a:pt x="3221" y="203"/>
                  </a:cubicBezTo>
                  <a:cubicBezTo>
                    <a:pt x="3003" y="73"/>
                    <a:pt x="2771" y="0"/>
                    <a:pt x="2510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09" name="Google Shape;609;p24"/>
            <p:cNvSpPr/>
            <p:nvPr/>
          </p:nvSpPr>
          <p:spPr>
            <a:xfrm>
              <a:off x="1429700" y="4106550"/>
              <a:ext cx="23250" cy="126575"/>
            </a:xfrm>
            <a:custGeom>
              <a:avLst/>
              <a:gdLst/>
              <a:ahLst/>
              <a:cxnLst/>
              <a:rect l="l" t="t" r="r" b="b"/>
              <a:pathLst>
                <a:path w="930" h="5063" extrusionOk="0">
                  <a:moveTo>
                    <a:pt x="450" y="1"/>
                  </a:moveTo>
                  <a:cubicBezTo>
                    <a:pt x="334" y="1"/>
                    <a:pt x="218" y="44"/>
                    <a:pt x="131" y="131"/>
                  </a:cubicBezTo>
                  <a:cubicBezTo>
                    <a:pt x="44" y="204"/>
                    <a:pt x="1" y="305"/>
                    <a:pt x="1" y="436"/>
                  </a:cubicBezTo>
                  <a:lnTo>
                    <a:pt x="1" y="4628"/>
                  </a:lnTo>
                  <a:cubicBezTo>
                    <a:pt x="1" y="4758"/>
                    <a:pt x="44" y="4845"/>
                    <a:pt x="131" y="4932"/>
                  </a:cubicBezTo>
                  <a:cubicBezTo>
                    <a:pt x="218" y="5019"/>
                    <a:pt x="334" y="5063"/>
                    <a:pt x="450" y="5063"/>
                  </a:cubicBezTo>
                  <a:cubicBezTo>
                    <a:pt x="581" y="5063"/>
                    <a:pt x="697" y="5019"/>
                    <a:pt x="784" y="4932"/>
                  </a:cubicBezTo>
                  <a:cubicBezTo>
                    <a:pt x="871" y="4860"/>
                    <a:pt x="929" y="4758"/>
                    <a:pt x="929" y="4628"/>
                  </a:cubicBezTo>
                  <a:lnTo>
                    <a:pt x="885" y="4628"/>
                  </a:lnTo>
                  <a:lnTo>
                    <a:pt x="885" y="436"/>
                  </a:lnTo>
                  <a:cubicBezTo>
                    <a:pt x="885" y="305"/>
                    <a:pt x="856" y="218"/>
                    <a:pt x="769" y="131"/>
                  </a:cubicBezTo>
                  <a:cubicBezTo>
                    <a:pt x="668" y="44"/>
                    <a:pt x="566" y="1"/>
                    <a:pt x="450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0" name="Google Shape;610;p24"/>
            <p:cNvSpPr/>
            <p:nvPr/>
          </p:nvSpPr>
          <p:spPr>
            <a:xfrm>
              <a:off x="1480825" y="4106550"/>
              <a:ext cx="82725" cy="126575"/>
            </a:xfrm>
            <a:custGeom>
              <a:avLst/>
              <a:gdLst/>
              <a:ahLst/>
              <a:cxnLst/>
              <a:rect l="l" t="t" r="r" b="b"/>
              <a:pathLst>
                <a:path w="3309" h="5063" extrusionOk="0">
                  <a:moveTo>
                    <a:pt x="407" y="1"/>
                  </a:moveTo>
                  <a:cubicBezTo>
                    <a:pt x="276" y="1"/>
                    <a:pt x="175" y="44"/>
                    <a:pt x="131" y="131"/>
                  </a:cubicBezTo>
                  <a:cubicBezTo>
                    <a:pt x="44" y="204"/>
                    <a:pt x="1" y="305"/>
                    <a:pt x="1" y="436"/>
                  </a:cubicBezTo>
                  <a:lnTo>
                    <a:pt x="1" y="4628"/>
                  </a:lnTo>
                  <a:cubicBezTo>
                    <a:pt x="1" y="4758"/>
                    <a:pt x="44" y="4845"/>
                    <a:pt x="131" y="4932"/>
                  </a:cubicBezTo>
                  <a:cubicBezTo>
                    <a:pt x="204" y="5019"/>
                    <a:pt x="320" y="5063"/>
                    <a:pt x="436" y="5063"/>
                  </a:cubicBezTo>
                  <a:lnTo>
                    <a:pt x="2873" y="5063"/>
                  </a:lnTo>
                  <a:cubicBezTo>
                    <a:pt x="3003" y="5063"/>
                    <a:pt x="3090" y="5019"/>
                    <a:pt x="3178" y="4947"/>
                  </a:cubicBezTo>
                  <a:cubicBezTo>
                    <a:pt x="3265" y="4874"/>
                    <a:pt x="3308" y="4787"/>
                    <a:pt x="3308" y="4657"/>
                  </a:cubicBezTo>
                  <a:cubicBezTo>
                    <a:pt x="3308" y="4555"/>
                    <a:pt x="3265" y="4468"/>
                    <a:pt x="3178" y="4367"/>
                  </a:cubicBezTo>
                  <a:cubicBezTo>
                    <a:pt x="3105" y="4280"/>
                    <a:pt x="3003" y="4251"/>
                    <a:pt x="2873" y="4251"/>
                  </a:cubicBezTo>
                  <a:lnTo>
                    <a:pt x="900" y="4251"/>
                  </a:lnTo>
                  <a:lnTo>
                    <a:pt x="900" y="2902"/>
                  </a:lnTo>
                  <a:lnTo>
                    <a:pt x="2525" y="2902"/>
                  </a:lnTo>
                  <a:cubicBezTo>
                    <a:pt x="2655" y="2902"/>
                    <a:pt x="2742" y="2873"/>
                    <a:pt x="2829" y="2800"/>
                  </a:cubicBezTo>
                  <a:cubicBezTo>
                    <a:pt x="2931" y="2728"/>
                    <a:pt x="2960" y="2626"/>
                    <a:pt x="2960" y="2510"/>
                  </a:cubicBezTo>
                  <a:cubicBezTo>
                    <a:pt x="2960" y="2380"/>
                    <a:pt x="2931" y="2264"/>
                    <a:pt x="2829" y="2191"/>
                  </a:cubicBezTo>
                  <a:cubicBezTo>
                    <a:pt x="2757" y="2104"/>
                    <a:pt x="2655" y="2075"/>
                    <a:pt x="2525" y="2075"/>
                  </a:cubicBezTo>
                  <a:lnTo>
                    <a:pt x="871" y="2075"/>
                  </a:lnTo>
                  <a:lnTo>
                    <a:pt x="871" y="842"/>
                  </a:lnTo>
                  <a:lnTo>
                    <a:pt x="2829" y="842"/>
                  </a:lnTo>
                  <a:cubicBezTo>
                    <a:pt x="2960" y="842"/>
                    <a:pt x="3047" y="799"/>
                    <a:pt x="3148" y="726"/>
                  </a:cubicBezTo>
                  <a:cubicBezTo>
                    <a:pt x="3236" y="653"/>
                    <a:pt x="3265" y="566"/>
                    <a:pt x="3265" y="436"/>
                  </a:cubicBezTo>
                  <a:cubicBezTo>
                    <a:pt x="3265" y="305"/>
                    <a:pt x="3236" y="204"/>
                    <a:pt x="3148" y="131"/>
                  </a:cubicBezTo>
                  <a:cubicBezTo>
                    <a:pt x="3076" y="44"/>
                    <a:pt x="2960" y="1"/>
                    <a:pt x="2829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1" name="Google Shape;611;p24"/>
            <p:cNvSpPr/>
            <p:nvPr/>
          </p:nvSpPr>
          <p:spPr>
            <a:xfrm>
              <a:off x="1583825" y="4106200"/>
              <a:ext cx="106275" cy="126925"/>
            </a:xfrm>
            <a:custGeom>
              <a:avLst/>
              <a:gdLst/>
              <a:ahLst/>
              <a:cxnLst/>
              <a:rect l="l" t="t" r="r" b="b"/>
              <a:pathLst>
                <a:path w="4251" h="5077" extrusionOk="0">
                  <a:moveTo>
                    <a:pt x="435" y="0"/>
                  </a:moveTo>
                  <a:cubicBezTo>
                    <a:pt x="305" y="0"/>
                    <a:pt x="218" y="29"/>
                    <a:pt x="131" y="131"/>
                  </a:cubicBezTo>
                  <a:cubicBezTo>
                    <a:pt x="44" y="203"/>
                    <a:pt x="0" y="305"/>
                    <a:pt x="0" y="435"/>
                  </a:cubicBezTo>
                  <a:lnTo>
                    <a:pt x="0" y="4656"/>
                  </a:lnTo>
                  <a:cubicBezTo>
                    <a:pt x="0" y="4772"/>
                    <a:pt x="44" y="4874"/>
                    <a:pt x="116" y="4946"/>
                  </a:cubicBezTo>
                  <a:cubicBezTo>
                    <a:pt x="189" y="5019"/>
                    <a:pt x="290" y="5062"/>
                    <a:pt x="406" y="5062"/>
                  </a:cubicBezTo>
                  <a:cubicBezTo>
                    <a:pt x="508" y="5062"/>
                    <a:pt x="624" y="5019"/>
                    <a:pt x="697" y="4946"/>
                  </a:cubicBezTo>
                  <a:cubicBezTo>
                    <a:pt x="769" y="4874"/>
                    <a:pt x="798" y="4772"/>
                    <a:pt x="798" y="4656"/>
                  </a:cubicBezTo>
                  <a:lnTo>
                    <a:pt x="798" y="1542"/>
                  </a:lnTo>
                  <a:lnTo>
                    <a:pt x="3467" y="4946"/>
                  </a:lnTo>
                  <a:cubicBezTo>
                    <a:pt x="3511" y="4990"/>
                    <a:pt x="3540" y="5019"/>
                    <a:pt x="3612" y="5033"/>
                  </a:cubicBezTo>
                  <a:cubicBezTo>
                    <a:pt x="3685" y="5062"/>
                    <a:pt x="3757" y="5077"/>
                    <a:pt x="3815" y="5077"/>
                  </a:cubicBezTo>
                  <a:cubicBezTo>
                    <a:pt x="3946" y="5077"/>
                    <a:pt x="4033" y="5033"/>
                    <a:pt x="4120" y="4946"/>
                  </a:cubicBezTo>
                  <a:cubicBezTo>
                    <a:pt x="4207" y="4874"/>
                    <a:pt x="4250" y="4772"/>
                    <a:pt x="4250" y="4642"/>
                  </a:cubicBezTo>
                  <a:lnTo>
                    <a:pt x="4250" y="421"/>
                  </a:lnTo>
                  <a:cubicBezTo>
                    <a:pt x="4250" y="305"/>
                    <a:pt x="4207" y="203"/>
                    <a:pt x="4134" y="131"/>
                  </a:cubicBezTo>
                  <a:cubicBezTo>
                    <a:pt x="4062" y="58"/>
                    <a:pt x="3960" y="15"/>
                    <a:pt x="3844" y="15"/>
                  </a:cubicBezTo>
                  <a:cubicBezTo>
                    <a:pt x="3714" y="15"/>
                    <a:pt x="3627" y="58"/>
                    <a:pt x="3554" y="102"/>
                  </a:cubicBezTo>
                  <a:cubicBezTo>
                    <a:pt x="3482" y="174"/>
                    <a:pt x="3453" y="290"/>
                    <a:pt x="3453" y="392"/>
                  </a:cubicBezTo>
                  <a:lnTo>
                    <a:pt x="3453" y="3536"/>
                  </a:lnTo>
                  <a:lnTo>
                    <a:pt x="3453" y="3536"/>
                  </a:lnTo>
                  <a:lnTo>
                    <a:pt x="813" y="160"/>
                  </a:lnTo>
                  <a:cubicBezTo>
                    <a:pt x="784" y="102"/>
                    <a:pt x="726" y="58"/>
                    <a:pt x="653" y="29"/>
                  </a:cubicBezTo>
                  <a:cubicBezTo>
                    <a:pt x="581" y="15"/>
                    <a:pt x="508" y="0"/>
                    <a:pt x="435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2" name="Google Shape;612;p24"/>
            <p:cNvSpPr/>
            <p:nvPr/>
          </p:nvSpPr>
          <p:spPr>
            <a:xfrm>
              <a:off x="1716900" y="4106550"/>
              <a:ext cx="108825" cy="127300"/>
            </a:xfrm>
            <a:custGeom>
              <a:avLst/>
              <a:gdLst/>
              <a:ahLst/>
              <a:cxnLst/>
              <a:rect l="l" t="t" r="r" b="b"/>
              <a:pathLst>
                <a:path w="4353" h="5092" extrusionOk="0">
                  <a:moveTo>
                    <a:pt x="2104" y="813"/>
                  </a:moveTo>
                  <a:cubicBezTo>
                    <a:pt x="2322" y="813"/>
                    <a:pt x="2510" y="871"/>
                    <a:pt x="2684" y="958"/>
                  </a:cubicBezTo>
                  <a:cubicBezTo>
                    <a:pt x="2844" y="1060"/>
                    <a:pt x="2974" y="1176"/>
                    <a:pt x="3076" y="1350"/>
                  </a:cubicBezTo>
                  <a:cubicBezTo>
                    <a:pt x="3192" y="1509"/>
                    <a:pt x="3264" y="1683"/>
                    <a:pt x="3308" y="1886"/>
                  </a:cubicBezTo>
                  <a:cubicBezTo>
                    <a:pt x="3366" y="2104"/>
                    <a:pt x="3380" y="2307"/>
                    <a:pt x="3380" y="2539"/>
                  </a:cubicBezTo>
                  <a:cubicBezTo>
                    <a:pt x="3380" y="2844"/>
                    <a:pt x="3351" y="3134"/>
                    <a:pt x="3264" y="3395"/>
                  </a:cubicBezTo>
                  <a:cubicBezTo>
                    <a:pt x="3163" y="3641"/>
                    <a:pt x="3047" y="3845"/>
                    <a:pt x="2844" y="4004"/>
                  </a:cubicBezTo>
                  <a:cubicBezTo>
                    <a:pt x="2655" y="4178"/>
                    <a:pt x="2409" y="4251"/>
                    <a:pt x="2104" y="4251"/>
                  </a:cubicBezTo>
                  <a:lnTo>
                    <a:pt x="2104" y="4222"/>
                  </a:lnTo>
                  <a:lnTo>
                    <a:pt x="900" y="4222"/>
                  </a:lnTo>
                  <a:lnTo>
                    <a:pt x="900" y="813"/>
                  </a:lnTo>
                  <a:close/>
                  <a:moveTo>
                    <a:pt x="2176" y="1"/>
                  </a:moveTo>
                  <a:lnTo>
                    <a:pt x="2176" y="30"/>
                  </a:lnTo>
                  <a:lnTo>
                    <a:pt x="436" y="30"/>
                  </a:lnTo>
                  <a:cubicBezTo>
                    <a:pt x="305" y="30"/>
                    <a:pt x="218" y="73"/>
                    <a:pt x="117" y="160"/>
                  </a:cubicBezTo>
                  <a:cubicBezTo>
                    <a:pt x="30" y="233"/>
                    <a:pt x="1" y="349"/>
                    <a:pt x="1" y="465"/>
                  </a:cubicBezTo>
                  <a:lnTo>
                    <a:pt x="1" y="4657"/>
                  </a:lnTo>
                  <a:cubicBezTo>
                    <a:pt x="1" y="4787"/>
                    <a:pt x="30" y="4874"/>
                    <a:pt x="117" y="4976"/>
                  </a:cubicBezTo>
                  <a:cubicBezTo>
                    <a:pt x="189" y="5063"/>
                    <a:pt x="305" y="5092"/>
                    <a:pt x="436" y="5092"/>
                  </a:cubicBezTo>
                  <a:lnTo>
                    <a:pt x="2176" y="5092"/>
                  </a:lnTo>
                  <a:cubicBezTo>
                    <a:pt x="2626" y="5092"/>
                    <a:pt x="3018" y="4990"/>
                    <a:pt x="3351" y="4758"/>
                  </a:cubicBezTo>
                  <a:cubicBezTo>
                    <a:pt x="3670" y="4512"/>
                    <a:pt x="3932" y="4207"/>
                    <a:pt x="4091" y="3830"/>
                  </a:cubicBezTo>
                  <a:cubicBezTo>
                    <a:pt x="4251" y="3424"/>
                    <a:pt x="4352" y="3018"/>
                    <a:pt x="4352" y="2539"/>
                  </a:cubicBezTo>
                  <a:cubicBezTo>
                    <a:pt x="4352" y="2191"/>
                    <a:pt x="4294" y="1872"/>
                    <a:pt x="4207" y="1567"/>
                  </a:cubicBezTo>
                  <a:cubicBezTo>
                    <a:pt x="4106" y="1248"/>
                    <a:pt x="3961" y="987"/>
                    <a:pt x="3787" y="740"/>
                  </a:cubicBezTo>
                  <a:cubicBezTo>
                    <a:pt x="3598" y="508"/>
                    <a:pt x="3366" y="334"/>
                    <a:pt x="3090" y="204"/>
                  </a:cubicBezTo>
                  <a:cubicBezTo>
                    <a:pt x="2829" y="73"/>
                    <a:pt x="2510" y="1"/>
                    <a:pt x="2176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3" name="Google Shape;613;p24"/>
            <p:cNvSpPr/>
            <p:nvPr/>
          </p:nvSpPr>
          <p:spPr>
            <a:xfrm>
              <a:off x="1846725" y="4107650"/>
              <a:ext cx="80900" cy="126200"/>
            </a:xfrm>
            <a:custGeom>
              <a:avLst/>
              <a:gdLst/>
              <a:ahLst/>
              <a:cxnLst/>
              <a:rect l="l" t="t" r="r" b="b"/>
              <a:pathLst>
                <a:path w="3236" h="5048" extrusionOk="0">
                  <a:moveTo>
                    <a:pt x="465" y="0"/>
                  </a:moveTo>
                  <a:cubicBezTo>
                    <a:pt x="334" y="0"/>
                    <a:pt x="218" y="29"/>
                    <a:pt x="131" y="116"/>
                  </a:cubicBezTo>
                  <a:cubicBezTo>
                    <a:pt x="44" y="189"/>
                    <a:pt x="1" y="305"/>
                    <a:pt x="1" y="435"/>
                  </a:cubicBezTo>
                  <a:lnTo>
                    <a:pt x="1" y="4613"/>
                  </a:lnTo>
                  <a:cubicBezTo>
                    <a:pt x="1" y="4743"/>
                    <a:pt x="44" y="4830"/>
                    <a:pt x="131" y="4932"/>
                  </a:cubicBezTo>
                  <a:cubicBezTo>
                    <a:pt x="204" y="5019"/>
                    <a:pt x="320" y="5048"/>
                    <a:pt x="436" y="5048"/>
                  </a:cubicBezTo>
                  <a:lnTo>
                    <a:pt x="2800" y="5048"/>
                  </a:lnTo>
                  <a:cubicBezTo>
                    <a:pt x="2931" y="5048"/>
                    <a:pt x="3018" y="5004"/>
                    <a:pt x="3105" y="4932"/>
                  </a:cubicBezTo>
                  <a:cubicBezTo>
                    <a:pt x="3192" y="4830"/>
                    <a:pt x="3235" y="4743"/>
                    <a:pt x="3235" y="4613"/>
                  </a:cubicBezTo>
                  <a:cubicBezTo>
                    <a:pt x="3235" y="4497"/>
                    <a:pt x="3192" y="4381"/>
                    <a:pt x="3105" y="4308"/>
                  </a:cubicBezTo>
                  <a:cubicBezTo>
                    <a:pt x="3032" y="4221"/>
                    <a:pt x="2931" y="4178"/>
                    <a:pt x="2800" y="4178"/>
                  </a:cubicBezTo>
                  <a:lnTo>
                    <a:pt x="900" y="4178"/>
                  </a:lnTo>
                  <a:lnTo>
                    <a:pt x="900" y="435"/>
                  </a:lnTo>
                  <a:cubicBezTo>
                    <a:pt x="900" y="305"/>
                    <a:pt x="856" y="218"/>
                    <a:pt x="769" y="116"/>
                  </a:cubicBezTo>
                  <a:cubicBezTo>
                    <a:pt x="682" y="29"/>
                    <a:pt x="566" y="0"/>
                    <a:pt x="465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4" name="Google Shape;614;p24"/>
            <p:cNvSpPr/>
            <p:nvPr/>
          </p:nvSpPr>
          <p:spPr>
            <a:xfrm>
              <a:off x="1926500" y="4105100"/>
              <a:ext cx="102650" cy="128025"/>
            </a:xfrm>
            <a:custGeom>
              <a:avLst/>
              <a:gdLst/>
              <a:ahLst/>
              <a:cxnLst/>
              <a:rect l="l" t="t" r="r" b="b"/>
              <a:pathLst>
                <a:path w="4106" h="5121" extrusionOk="0">
                  <a:moveTo>
                    <a:pt x="450" y="1"/>
                  </a:moveTo>
                  <a:cubicBezTo>
                    <a:pt x="349" y="1"/>
                    <a:pt x="262" y="44"/>
                    <a:pt x="146" y="131"/>
                  </a:cubicBezTo>
                  <a:cubicBezTo>
                    <a:pt x="59" y="218"/>
                    <a:pt x="1" y="334"/>
                    <a:pt x="1" y="465"/>
                  </a:cubicBezTo>
                  <a:cubicBezTo>
                    <a:pt x="1" y="508"/>
                    <a:pt x="15" y="566"/>
                    <a:pt x="44" y="624"/>
                  </a:cubicBezTo>
                  <a:cubicBezTo>
                    <a:pt x="59" y="682"/>
                    <a:pt x="88" y="755"/>
                    <a:pt x="146" y="798"/>
                  </a:cubicBezTo>
                  <a:lnTo>
                    <a:pt x="1654" y="2810"/>
                  </a:lnTo>
                  <a:lnTo>
                    <a:pt x="1654" y="4686"/>
                  </a:lnTo>
                  <a:cubicBezTo>
                    <a:pt x="1654" y="4816"/>
                    <a:pt x="1683" y="4903"/>
                    <a:pt x="1785" y="4990"/>
                  </a:cubicBezTo>
                  <a:cubicBezTo>
                    <a:pt x="1872" y="5077"/>
                    <a:pt x="1959" y="5121"/>
                    <a:pt x="2089" y="5121"/>
                  </a:cubicBezTo>
                  <a:cubicBezTo>
                    <a:pt x="2191" y="5121"/>
                    <a:pt x="2292" y="5077"/>
                    <a:pt x="2379" y="4990"/>
                  </a:cubicBezTo>
                  <a:cubicBezTo>
                    <a:pt x="2467" y="4918"/>
                    <a:pt x="2510" y="4816"/>
                    <a:pt x="2510" y="4686"/>
                  </a:cubicBezTo>
                  <a:lnTo>
                    <a:pt x="2510" y="2919"/>
                  </a:lnTo>
                  <a:lnTo>
                    <a:pt x="2510" y="2919"/>
                  </a:lnTo>
                  <a:lnTo>
                    <a:pt x="4033" y="755"/>
                  </a:lnTo>
                  <a:cubicBezTo>
                    <a:pt x="4048" y="711"/>
                    <a:pt x="4062" y="682"/>
                    <a:pt x="4077" y="624"/>
                  </a:cubicBezTo>
                  <a:cubicBezTo>
                    <a:pt x="4106" y="581"/>
                    <a:pt x="4106" y="537"/>
                    <a:pt x="4106" y="494"/>
                  </a:cubicBezTo>
                  <a:cubicBezTo>
                    <a:pt x="4106" y="363"/>
                    <a:pt x="4062" y="262"/>
                    <a:pt x="3975" y="175"/>
                  </a:cubicBezTo>
                  <a:cubicBezTo>
                    <a:pt x="3888" y="73"/>
                    <a:pt x="3772" y="44"/>
                    <a:pt x="3670" y="44"/>
                  </a:cubicBezTo>
                  <a:cubicBezTo>
                    <a:pt x="3540" y="44"/>
                    <a:pt x="3409" y="117"/>
                    <a:pt x="3308" y="204"/>
                  </a:cubicBezTo>
                  <a:lnTo>
                    <a:pt x="2100" y="1968"/>
                  </a:lnTo>
                  <a:lnTo>
                    <a:pt x="2100" y="1968"/>
                  </a:lnTo>
                  <a:lnTo>
                    <a:pt x="813" y="204"/>
                  </a:lnTo>
                  <a:cubicBezTo>
                    <a:pt x="711" y="73"/>
                    <a:pt x="581" y="1"/>
                    <a:pt x="450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5" name="Google Shape;615;p24"/>
            <p:cNvSpPr/>
            <p:nvPr/>
          </p:nvSpPr>
          <p:spPr>
            <a:xfrm>
              <a:off x="1269425" y="3770775"/>
              <a:ext cx="172625" cy="264000"/>
            </a:xfrm>
            <a:custGeom>
              <a:avLst/>
              <a:gdLst/>
              <a:ahLst/>
              <a:cxnLst/>
              <a:rect l="l" t="t" r="r" b="b"/>
              <a:pathLst>
                <a:path w="6905" h="10560" extrusionOk="0">
                  <a:moveTo>
                    <a:pt x="929" y="0"/>
                  </a:moveTo>
                  <a:cubicBezTo>
                    <a:pt x="668" y="0"/>
                    <a:pt x="450" y="87"/>
                    <a:pt x="276" y="247"/>
                  </a:cubicBezTo>
                  <a:cubicBezTo>
                    <a:pt x="87" y="406"/>
                    <a:pt x="0" y="653"/>
                    <a:pt x="0" y="899"/>
                  </a:cubicBezTo>
                  <a:lnTo>
                    <a:pt x="0" y="9646"/>
                  </a:lnTo>
                  <a:cubicBezTo>
                    <a:pt x="0" y="9892"/>
                    <a:pt x="87" y="10110"/>
                    <a:pt x="276" y="10299"/>
                  </a:cubicBezTo>
                  <a:cubicBezTo>
                    <a:pt x="436" y="10473"/>
                    <a:pt x="668" y="10560"/>
                    <a:pt x="929" y="10560"/>
                  </a:cubicBezTo>
                  <a:lnTo>
                    <a:pt x="5977" y="10560"/>
                  </a:lnTo>
                  <a:cubicBezTo>
                    <a:pt x="6238" y="10560"/>
                    <a:pt x="6455" y="10487"/>
                    <a:pt x="6629" y="10328"/>
                  </a:cubicBezTo>
                  <a:cubicBezTo>
                    <a:pt x="6818" y="10168"/>
                    <a:pt x="6905" y="9965"/>
                    <a:pt x="6905" y="9718"/>
                  </a:cubicBezTo>
                  <a:cubicBezTo>
                    <a:pt x="6905" y="9472"/>
                    <a:pt x="6818" y="9283"/>
                    <a:pt x="6629" y="9095"/>
                  </a:cubicBezTo>
                  <a:cubicBezTo>
                    <a:pt x="6470" y="8921"/>
                    <a:pt x="6238" y="8819"/>
                    <a:pt x="5977" y="8819"/>
                  </a:cubicBezTo>
                  <a:lnTo>
                    <a:pt x="1886" y="8819"/>
                  </a:lnTo>
                  <a:lnTo>
                    <a:pt x="1886" y="6049"/>
                  </a:lnTo>
                  <a:lnTo>
                    <a:pt x="5309" y="6049"/>
                  </a:lnTo>
                  <a:cubicBezTo>
                    <a:pt x="5570" y="6049"/>
                    <a:pt x="5788" y="5976"/>
                    <a:pt x="5962" y="5817"/>
                  </a:cubicBezTo>
                  <a:cubicBezTo>
                    <a:pt x="6151" y="5657"/>
                    <a:pt x="6238" y="5454"/>
                    <a:pt x="6238" y="5193"/>
                  </a:cubicBezTo>
                  <a:cubicBezTo>
                    <a:pt x="6238" y="4946"/>
                    <a:pt x="6151" y="4729"/>
                    <a:pt x="5962" y="4569"/>
                  </a:cubicBezTo>
                  <a:cubicBezTo>
                    <a:pt x="5802" y="4395"/>
                    <a:pt x="5570" y="4308"/>
                    <a:pt x="5309" y="4308"/>
                  </a:cubicBezTo>
                  <a:lnTo>
                    <a:pt x="1901" y="4308"/>
                  </a:lnTo>
                  <a:lnTo>
                    <a:pt x="1901" y="1741"/>
                  </a:lnTo>
                  <a:lnTo>
                    <a:pt x="5977" y="1741"/>
                  </a:lnTo>
                  <a:cubicBezTo>
                    <a:pt x="6238" y="1741"/>
                    <a:pt x="6455" y="1668"/>
                    <a:pt x="6629" y="1509"/>
                  </a:cubicBezTo>
                  <a:cubicBezTo>
                    <a:pt x="6818" y="1334"/>
                    <a:pt x="6905" y="1146"/>
                    <a:pt x="6905" y="885"/>
                  </a:cubicBezTo>
                  <a:cubicBezTo>
                    <a:pt x="6905" y="638"/>
                    <a:pt x="6818" y="421"/>
                    <a:pt x="6629" y="247"/>
                  </a:cubicBezTo>
                  <a:cubicBezTo>
                    <a:pt x="6470" y="87"/>
                    <a:pt x="6238" y="0"/>
                    <a:pt x="5977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6" name="Google Shape;616;p24"/>
            <p:cNvSpPr/>
            <p:nvPr/>
          </p:nvSpPr>
          <p:spPr>
            <a:xfrm>
              <a:off x="1472850" y="3768950"/>
              <a:ext cx="211800" cy="270175"/>
            </a:xfrm>
            <a:custGeom>
              <a:avLst/>
              <a:gdLst/>
              <a:ahLst/>
              <a:cxnLst/>
              <a:rect l="l" t="t" r="r" b="b"/>
              <a:pathLst>
                <a:path w="8472" h="10807" extrusionOk="0">
                  <a:moveTo>
                    <a:pt x="5440" y="1"/>
                  </a:moveTo>
                  <a:cubicBezTo>
                    <a:pt x="4657" y="1"/>
                    <a:pt x="3932" y="131"/>
                    <a:pt x="3264" y="392"/>
                  </a:cubicBezTo>
                  <a:cubicBezTo>
                    <a:pt x="2612" y="668"/>
                    <a:pt x="2031" y="1045"/>
                    <a:pt x="1538" y="1524"/>
                  </a:cubicBezTo>
                  <a:cubicBezTo>
                    <a:pt x="1060" y="2002"/>
                    <a:pt x="668" y="2568"/>
                    <a:pt x="392" y="3221"/>
                  </a:cubicBezTo>
                  <a:cubicBezTo>
                    <a:pt x="131" y="3873"/>
                    <a:pt x="1" y="4584"/>
                    <a:pt x="1" y="5367"/>
                  </a:cubicBezTo>
                  <a:cubicBezTo>
                    <a:pt x="1" y="6252"/>
                    <a:pt x="146" y="7035"/>
                    <a:pt x="436" y="7717"/>
                  </a:cubicBezTo>
                  <a:cubicBezTo>
                    <a:pt x="726" y="8413"/>
                    <a:pt x="1118" y="8965"/>
                    <a:pt x="1625" y="9429"/>
                  </a:cubicBezTo>
                  <a:cubicBezTo>
                    <a:pt x="2148" y="9878"/>
                    <a:pt x="2713" y="10227"/>
                    <a:pt x="3380" y="10459"/>
                  </a:cubicBezTo>
                  <a:cubicBezTo>
                    <a:pt x="4019" y="10691"/>
                    <a:pt x="4715" y="10807"/>
                    <a:pt x="5440" y="10807"/>
                  </a:cubicBezTo>
                  <a:cubicBezTo>
                    <a:pt x="5745" y="10807"/>
                    <a:pt x="6020" y="10778"/>
                    <a:pt x="6310" y="10734"/>
                  </a:cubicBezTo>
                  <a:cubicBezTo>
                    <a:pt x="6586" y="10676"/>
                    <a:pt x="6876" y="10618"/>
                    <a:pt x="7152" y="10531"/>
                  </a:cubicBezTo>
                  <a:cubicBezTo>
                    <a:pt x="7442" y="10444"/>
                    <a:pt x="7703" y="10328"/>
                    <a:pt x="7964" y="10212"/>
                  </a:cubicBezTo>
                  <a:cubicBezTo>
                    <a:pt x="8196" y="10082"/>
                    <a:pt x="8356" y="9893"/>
                    <a:pt x="8414" y="9617"/>
                  </a:cubicBezTo>
                  <a:cubicBezTo>
                    <a:pt x="8472" y="9356"/>
                    <a:pt x="8399" y="9095"/>
                    <a:pt x="8196" y="8849"/>
                  </a:cubicBezTo>
                  <a:cubicBezTo>
                    <a:pt x="8051" y="8660"/>
                    <a:pt x="7877" y="8558"/>
                    <a:pt x="7674" y="8515"/>
                  </a:cubicBezTo>
                  <a:cubicBezTo>
                    <a:pt x="7623" y="8508"/>
                    <a:pt x="7572" y="8505"/>
                    <a:pt x="7522" y="8505"/>
                  </a:cubicBezTo>
                  <a:cubicBezTo>
                    <a:pt x="7360" y="8505"/>
                    <a:pt x="7202" y="8542"/>
                    <a:pt x="7036" y="8631"/>
                  </a:cubicBezTo>
                  <a:cubicBezTo>
                    <a:pt x="6789" y="8762"/>
                    <a:pt x="6528" y="8849"/>
                    <a:pt x="6252" y="8907"/>
                  </a:cubicBezTo>
                  <a:cubicBezTo>
                    <a:pt x="5991" y="8950"/>
                    <a:pt x="5716" y="8979"/>
                    <a:pt x="5440" y="8979"/>
                  </a:cubicBezTo>
                  <a:cubicBezTo>
                    <a:pt x="4947" y="8979"/>
                    <a:pt x="4483" y="8892"/>
                    <a:pt x="4062" y="8762"/>
                  </a:cubicBezTo>
                  <a:cubicBezTo>
                    <a:pt x="3642" y="8602"/>
                    <a:pt x="3264" y="8399"/>
                    <a:pt x="2960" y="8080"/>
                  </a:cubicBezTo>
                  <a:cubicBezTo>
                    <a:pt x="2655" y="7775"/>
                    <a:pt x="2409" y="7398"/>
                    <a:pt x="2235" y="6948"/>
                  </a:cubicBezTo>
                  <a:cubicBezTo>
                    <a:pt x="2046" y="6484"/>
                    <a:pt x="1959" y="5962"/>
                    <a:pt x="1959" y="5353"/>
                  </a:cubicBezTo>
                  <a:cubicBezTo>
                    <a:pt x="1959" y="4816"/>
                    <a:pt x="2031" y="4352"/>
                    <a:pt x="2191" y="3917"/>
                  </a:cubicBezTo>
                  <a:cubicBezTo>
                    <a:pt x="2365" y="3482"/>
                    <a:pt x="2583" y="3119"/>
                    <a:pt x="2887" y="2785"/>
                  </a:cubicBezTo>
                  <a:cubicBezTo>
                    <a:pt x="3177" y="2481"/>
                    <a:pt x="3540" y="2234"/>
                    <a:pt x="3975" y="2060"/>
                  </a:cubicBezTo>
                  <a:cubicBezTo>
                    <a:pt x="4396" y="1901"/>
                    <a:pt x="4874" y="1814"/>
                    <a:pt x="5426" y="1814"/>
                  </a:cubicBezTo>
                  <a:cubicBezTo>
                    <a:pt x="5716" y="1814"/>
                    <a:pt x="5991" y="1843"/>
                    <a:pt x="6252" y="1901"/>
                  </a:cubicBezTo>
                  <a:cubicBezTo>
                    <a:pt x="6528" y="1959"/>
                    <a:pt x="6789" y="2046"/>
                    <a:pt x="7021" y="2162"/>
                  </a:cubicBezTo>
                  <a:cubicBezTo>
                    <a:pt x="7194" y="2243"/>
                    <a:pt x="7368" y="2287"/>
                    <a:pt x="7533" y="2287"/>
                  </a:cubicBezTo>
                  <a:cubicBezTo>
                    <a:pt x="7576" y="2287"/>
                    <a:pt x="7618" y="2284"/>
                    <a:pt x="7659" y="2278"/>
                  </a:cubicBezTo>
                  <a:cubicBezTo>
                    <a:pt x="7848" y="2263"/>
                    <a:pt x="8037" y="2162"/>
                    <a:pt x="8167" y="1973"/>
                  </a:cubicBezTo>
                  <a:cubicBezTo>
                    <a:pt x="8341" y="1741"/>
                    <a:pt x="8428" y="1480"/>
                    <a:pt x="8385" y="1190"/>
                  </a:cubicBezTo>
                  <a:cubicBezTo>
                    <a:pt x="8341" y="929"/>
                    <a:pt x="8182" y="711"/>
                    <a:pt x="7921" y="581"/>
                  </a:cubicBezTo>
                  <a:cubicBezTo>
                    <a:pt x="7543" y="378"/>
                    <a:pt x="7152" y="233"/>
                    <a:pt x="6746" y="146"/>
                  </a:cubicBezTo>
                  <a:cubicBezTo>
                    <a:pt x="6310" y="44"/>
                    <a:pt x="5875" y="1"/>
                    <a:pt x="5440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7" name="Google Shape;617;p24"/>
            <p:cNvSpPr/>
            <p:nvPr/>
          </p:nvSpPr>
          <p:spPr>
            <a:xfrm>
              <a:off x="1708925" y="3766775"/>
              <a:ext cx="257125" cy="272000"/>
            </a:xfrm>
            <a:custGeom>
              <a:avLst/>
              <a:gdLst/>
              <a:ahLst/>
              <a:cxnLst/>
              <a:rect l="l" t="t" r="r" b="b"/>
              <a:pathLst>
                <a:path w="10285" h="10880" extrusionOk="0">
                  <a:moveTo>
                    <a:pt x="5121" y="1799"/>
                  </a:moveTo>
                  <a:cubicBezTo>
                    <a:pt x="5759" y="1799"/>
                    <a:pt x="6296" y="1973"/>
                    <a:pt x="6774" y="2292"/>
                  </a:cubicBezTo>
                  <a:cubicBezTo>
                    <a:pt x="7239" y="2626"/>
                    <a:pt x="7616" y="3061"/>
                    <a:pt x="7891" y="3598"/>
                  </a:cubicBezTo>
                  <a:cubicBezTo>
                    <a:pt x="8167" y="4149"/>
                    <a:pt x="8312" y="4758"/>
                    <a:pt x="8312" y="5440"/>
                  </a:cubicBezTo>
                  <a:cubicBezTo>
                    <a:pt x="8312" y="6122"/>
                    <a:pt x="8181" y="6716"/>
                    <a:pt x="7891" y="7282"/>
                  </a:cubicBezTo>
                  <a:cubicBezTo>
                    <a:pt x="7616" y="7833"/>
                    <a:pt x="7239" y="8268"/>
                    <a:pt x="6774" y="8587"/>
                  </a:cubicBezTo>
                  <a:cubicBezTo>
                    <a:pt x="6296" y="8921"/>
                    <a:pt x="5730" y="9081"/>
                    <a:pt x="5121" y="9081"/>
                  </a:cubicBezTo>
                  <a:cubicBezTo>
                    <a:pt x="4483" y="9081"/>
                    <a:pt x="3946" y="8921"/>
                    <a:pt x="3467" y="8587"/>
                  </a:cubicBezTo>
                  <a:cubicBezTo>
                    <a:pt x="2989" y="8268"/>
                    <a:pt x="2626" y="7833"/>
                    <a:pt x="2365" y="7282"/>
                  </a:cubicBezTo>
                  <a:cubicBezTo>
                    <a:pt x="2089" y="6745"/>
                    <a:pt x="1959" y="6122"/>
                    <a:pt x="1959" y="5454"/>
                  </a:cubicBezTo>
                  <a:cubicBezTo>
                    <a:pt x="1959" y="4758"/>
                    <a:pt x="2089" y="4149"/>
                    <a:pt x="2365" y="3598"/>
                  </a:cubicBezTo>
                  <a:cubicBezTo>
                    <a:pt x="2612" y="3061"/>
                    <a:pt x="2989" y="2626"/>
                    <a:pt x="3467" y="2292"/>
                  </a:cubicBezTo>
                  <a:cubicBezTo>
                    <a:pt x="3946" y="1973"/>
                    <a:pt x="4497" y="1799"/>
                    <a:pt x="5121" y="1799"/>
                  </a:cubicBezTo>
                  <a:close/>
                  <a:moveTo>
                    <a:pt x="5135" y="0"/>
                  </a:moveTo>
                  <a:cubicBezTo>
                    <a:pt x="4396" y="0"/>
                    <a:pt x="3699" y="117"/>
                    <a:pt x="3090" y="407"/>
                  </a:cubicBezTo>
                  <a:cubicBezTo>
                    <a:pt x="2452" y="697"/>
                    <a:pt x="1915" y="1088"/>
                    <a:pt x="1451" y="1596"/>
                  </a:cubicBezTo>
                  <a:cubicBezTo>
                    <a:pt x="987" y="2075"/>
                    <a:pt x="639" y="2655"/>
                    <a:pt x="392" y="3308"/>
                  </a:cubicBezTo>
                  <a:cubicBezTo>
                    <a:pt x="131" y="3960"/>
                    <a:pt x="1" y="4671"/>
                    <a:pt x="1" y="5440"/>
                  </a:cubicBezTo>
                  <a:cubicBezTo>
                    <a:pt x="1" y="6194"/>
                    <a:pt x="131" y="6905"/>
                    <a:pt x="392" y="7558"/>
                  </a:cubicBezTo>
                  <a:cubicBezTo>
                    <a:pt x="639" y="8210"/>
                    <a:pt x="1001" y="8776"/>
                    <a:pt x="1451" y="9284"/>
                  </a:cubicBezTo>
                  <a:cubicBezTo>
                    <a:pt x="1930" y="9791"/>
                    <a:pt x="2466" y="10169"/>
                    <a:pt x="3090" y="10459"/>
                  </a:cubicBezTo>
                  <a:cubicBezTo>
                    <a:pt x="3699" y="10734"/>
                    <a:pt x="4396" y="10879"/>
                    <a:pt x="5135" y="10879"/>
                  </a:cubicBezTo>
                  <a:cubicBezTo>
                    <a:pt x="5875" y="10879"/>
                    <a:pt x="6571" y="10749"/>
                    <a:pt x="7210" y="10459"/>
                  </a:cubicBezTo>
                  <a:cubicBezTo>
                    <a:pt x="7833" y="10169"/>
                    <a:pt x="8385" y="9791"/>
                    <a:pt x="8834" y="9284"/>
                  </a:cubicBezTo>
                  <a:cubicBezTo>
                    <a:pt x="9298" y="8791"/>
                    <a:pt x="9646" y="8210"/>
                    <a:pt x="9908" y="7558"/>
                  </a:cubicBezTo>
                  <a:cubicBezTo>
                    <a:pt x="10154" y="6905"/>
                    <a:pt x="10285" y="6194"/>
                    <a:pt x="10285" y="5440"/>
                  </a:cubicBezTo>
                  <a:cubicBezTo>
                    <a:pt x="10285" y="4686"/>
                    <a:pt x="10154" y="3989"/>
                    <a:pt x="9908" y="3308"/>
                  </a:cubicBezTo>
                  <a:cubicBezTo>
                    <a:pt x="9646" y="2655"/>
                    <a:pt x="9284" y="2089"/>
                    <a:pt x="8834" y="1596"/>
                  </a:cubicBezTo>
                  <a:cubicBezTo>
                    <a:pt x="8385" y="1088"/>
                    <a:pt x="7833" y="697"/>
                    <a:pt x="7210" y="407"/>
                  </a:cubicBezTo>
                  <a:cubicBezTo>
                    <a:pt x="6571" y="146"/>
                    <a:pt x="5875" y="0"/>
                    <a:pt x="5135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8" name="Google Shape;618;p24"/>
            <p:cNvSpPr/>
            <p:nvPr/>
          </p:nvSpPr>
          <p:spPr>
            <a:xfrm>
              <a:off x="586225" y="3659075"/>
              <a:ext cx="641875" cy="873225"/>
            </a:xfrm>
            <a:custGeom>
              <a:avLst/>
              <a:gdLst/>
              <a:ahLst/>
              <a:cxnLst/>
              <a:rect l="l" t="t" r="r" b="b"/>
              <a:pathLst>
                <a:path w="25675" h="34929" extrusionOk="0">
                  <a:moveTo>
                    <a:pt x="9009" y="0"/>
                  </a:moveTo>
                  <a:lnTo>
                    <a:pt x="9009" y="0"/>
                  </a:lnTo>
                  <a:cubicBezTo>
                    <a:pt x="1" y="13621"/>
                    <a:pt x="3047" y="17682"/>
                    <a:pt x="9502" y="22599"/>
                  </a:cubicBezTo>
                  <a:cubicBezTo>
                    <a:pt x="16000" y="27531"/>
                    <a:pt x="18799" y="29663"/>
                    <a:pt x="19583" y="34929"/>
                  </a:cubicBezTo>
                  <a:cubicBezTo>
                    <a:pt x="19583" y="34929"/>
                    <a:pt x="25675" y="26472"/>
                    <a:pt x="20090" y="17508"/>
                  </a:cubicBezTo>
                  <a:cubicBezTo>
                    <a:pt x="14506" y="8529"/>
                    <a:pt x="8675" y="10647"/>
                    <a:pt x="9009" y="0"/>
                  </a:cubicBezTo>
                  <a:close/>
                </a:path>
              </a:pathLst>
            </a:custGeom>
            <a:solidFill>
              <a:srgbClr val="0F74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19" name="Google Shape;619;p24"/>
            <p:cNvSpPr/>
            <p:nvPr/>
          </p:nvSpPr>
          <p:spPr>
            <a:xfrm>
              <a:off x="712425" y="3658350"/>
              <a:ext cx="467100" cy="996875"/>
            </a:xfrm>
            <a:custGeom>
              <a:avLst/>
              <a:gdLst/>
              <a:ahLst/>
              <a:cxnLst/>
              <a:rect l="l" t="t" r="r" b="b"/>
              <a:pathLst>
                <a:path w="18684" h="39875" extrusionOk="0">
                  <a:moveTo>
                    <a:pt x="3888" y="0"/>
                  </a:moveTo>
                  <a:cubicBezTo>
                    <a:pt x="3844" y="87"/>
                    <a:pt x="1" y="8936"/>
                    <a:pt x="6426" y="15985"/>
                  </a:cubicBezTo>
                  <a:cubicBezTo>
                    <a:pt x="11286" y="21308"/>
                    <a:pt x="18437" y="31476"/>
                    <a:pt x="11721" y="39759"/>
                  </a:cubicBezTo>
                  <a:lnTo>
                    <a:pt x="11866" y="39875"/>
                  </a:lnTo>
                  <a:cubicBezTo>
                    <a:pt x="18683" y="31491"/>
                    <a:pt x="11474" y="21236"/>
                    <a:pt x="6571" y="15854"/>
                  </a:cubicBezTo>
                  <a:cubicBezTo>
                    <a:pt x="218" y="8907"/>
                    <a:pt x="4019" y="160"/>
                    <a:pt x="4062" y="73"/>
                  </a:cubicBezTo>
                  <a:lnTo>
                    <a:pt x="3888" y="0"/>
                  </a:lnTo>
                  <a:close/>
                </a:path>
              </a:pathLst>
            </a:custGeom>
            <a:solidFill>
              <a:srgbClr val="005A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0" name="Google Shape;620;p24"/>
            <p:cNvSpPr/>
            <p:nvPr/>
          </p:nvSpPr>
          <p:spPr>
            <a:xfrm>
              <a:off x="726200" y="4305275"/>
              <a:ext cx="804350" cy="430475"/>
            </a:xfrm>
            <a:custGeom>
              <a:avLst/>
              <a:gdLst/>
              <a:ahLst/>
              <a:cxnLst/>
              <a:rect l="l" t="t" r="r" b="b"/>
              <a:pathLst>
                <a:path w="32174" h="17219" extrusionOk="0">
                  <a:moveTo>
                    <a:pt x="1" y="0"/>
                  </a:moveTo>
                  <a:lnTo>
                    <a:pt x="1" y="0"/>
                  </a:lnTo>
                  <a:cubicBezTo>
                    <a:pt x="2677" y="13109"/>
                    <a:pt x="6524" y="15955"/>
                    <a:pt x="12278" y="15955"/>
                  </a:cubicBezTo>
                  <a:cubicBezTo>
                    <a:pt x="13540" y="15955"/>
                    <a:pt x="14894" y="15818"/>
                    <a:pt x="16348" y="15622"/>
                  </a:cubicBezTo>
                  <a:cubicBezTo>
                    <a:pt x="19808" y="15155"/>
                    <a:pt x="22426" y="14803"/>
                    <a:pt x="24627" y="14803"/>
                  </a:cubicBezTo>
                  <a:cubicBezTo>
                    <a:pt x="27548" y="14803"/>
                    <a:pt x="29733" y="15423"/>
                    <a:pt x="32173" y="17218"/>
                  </a:cubicBezTo>
                  <a:cubicBezTo>
                    <a:pt x="32173" y="17218"/>
                    <a:pt x="30505" y="6934"/>
                    <a:pt x="20206" y="4526"/>
                  </a:cubicBezTo>
                  <a:cubicBezTo>
                    <a:pt x="18077" y="4028"/>
                    <a:pt x="16275" y="3874"/>
                    <a:pt x="14693" y="3874"/>
                  </a:cubicBezTo>
                  <a:cubicBezTo>
                    <a:pt x="12113" y="3874"/>
                    <a:pt x="10116" y="4284"/>
                    <a:pt x="8228" y="4284"/>
                  </a:cubicBezTo>
                  <a:cubicBezTo>
                    <a:pt x="5674" y="4284"/>
                    <a:pt x="3322" y="3533"/>
                    <a:pt x="1" y="0"/>
                  </a:cubicBezTo>
                  <a:close/>
                </a:path>
              </a:pathLst>
            </a:custGeom>
            <a:solidFill>
              <a:srgbClr val="84A2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1" name="Google Shape;621;p24"/>
            <p:cNvSpPr/>
            <p:nvPr/>
          </p:nvSpPr>
          <p:spPr>
            <a:xfrm>
              <a:off x="724400" y="4304175"/>
              <a:ext cx="846025" cy="566100"/>
            </a:xfrm>
            <a:custGeom>
              <a:avLst/>
              <a:gdLst/>
              <a:ahLst/>
              <a:cxnLst/>
              <a:rect l="l" t="t" r="r" b="b"/>
              <a:pathLst>
                <a:path w="33841" h="22644" extrusionOk="0">
                  <a:moveTo>
                    <a:pt x="174" y="1"/>
                  </a:moveTo>
                  <a:lnTo>
                    <a:pt x="0" y="74"/>
                  </a:lnTo>
                  <a:cubicBezTo>
                    <a:pt x="44" y="161"/>
                    <a:pt x="3583" y="9139"/>
                    <a:pt x="13113" y="9574"/>
                  </a:cubicBezTo>
                  <a:cubicBezTo>
                    <a:pt x="20336" y="9908"/>
                    <a:pt x="32564" y="12040"/>
                    <a:pt x="33681" y="22643"/>
                  </a:cubicBezTo>
                  <a:lnTo>
                    <a:pt x="33841" y="22629"/>
                  </a:lnTo>
                  <a:cubicBezTo>
                    <a:pt x="32709" y="11881"/>
                    <a:pt x="20365" y="9719"/>
                    <a:pt x="13113" y="9400"/>
                  </a:cubicBezTo>
                  <a:cubicBezTo>
                    <a:pt x="3699" y="8965"/>
                    <a:pt x="203" y="88"/>
                    <a:pt x="174" y="1"/>
                  </a:cubicBezTo>
                  <a:close/>
                </a:path>
              </a:pathLst>
            </a:custGeom>
            <a:solidFill>
              <a:srgbClr val="A6D6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2" name="Google Shape;622;p24"/>
            <p:cNvSpPr/>
            <p:nvPr/>
          </p:nvSpPr>
          <p:spPr>
            <a:xfrm>
              <a:off x="1248025" y="4447600"/>
              <a:ext cx="873225" cy="476600"/>
            </a:xfrm>
            <a:custGeom>
              <a:avLst/>
              <a:gdLst/>
              <a:ahLst/>
              <a:cxnLst/>
              <a:rect l="l" t="t" r="r" b="b"/>
              <a:pathLst>
                <a:path w="34929" h="19064" extrusionOk="0">
                  <a:moveTo>
                    <a:pt x="25558" y="1"/>
                  </a:moveTo>
                  <a:cubicBezTo>
                    <a:pt x="23086" y="1"/>
                    <a:pt x="20316" y="603"/>
                    <a:pt x="17494" y="2358"/>
                  </a:cubicBezTo>
                  <a:cubicBezTo>
                    <a:pt x="8772" y="7783"/>
                    <a:pt x="10535" y="13440"/>
                    <a:pt x="883" y="13440"/>
                  </a:cubicBezTo>
                  <a:cubicBezTo>
                    <a:pt x="599" y="13440"/>
                    <a:pt x="305" y="13435"/>
                    <a:pt x="1" y="13425"/>
                  </a:cubicBezTo>
                  <a:lnTo>
                    <a:pt x="1" y="13425"/>
                  </a:lnTo>
                  <a:cubicBezTo>
                    <a:pt x="6059" y="17438"/>
                    <a:pt x="10226" y="19063"/>
                    <a:pt x="13418" y="19063"/>
                  </a:cubicBezTo>
                  <a:cubicBezTo>
                    <a:pt x="17403" y="19063"/>
                    <a:pt x="19869" y="16530"/>
                    <a:pt x="22600" y="12947"/>
                  </a:cubicBezTo>
                  <a:cubicBezTo>
                    <a:pt x="27531" y="6448"/>
                    <a:pt x="29664" y="3634"/>
                    <a:pt x="34929" y="2865"/>
                  </a:cubicBezTo>
                  <a:cubicBezTo>
                    <a:pt x="34929" y="2865"/>
                    <a:pt x="30953" y="1"/>
                    <a:pt x="25558" y="1"/>
                  </a:cubicBezTo>
                  <a:close/>
                </a:path>
              </a:pathLst>
            </a:custGeom>
            <a:solidFill>
              <a:srgbClr val="0F74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3" name="Google Shape;623;p24"/>
            <p:cNvSpPr/>
            <p:nvPr/>
          </p:nvSpPr>
          <p:spPr>
            <a:xfrm>
              <a:off x="1247300" y="4515875"/>
              <a:ext cx="996525" cy="298925"/>
            </a:xfrm>
            <a:custGeom>
              <a:avLst/>
              <a:gdLst/>
              <a:ahLst/>
              <a:cxnLst/>
              <a:rect l="l" t="t" r="r" b="b"/>
              <a:pathLst>
                <a:path w="39861" h="11957" extrusionOk="0">
                  <a:moveTo>
                    <a:pt x="32192" y="1"/>
                  </a:moveTo>
                  <a:cubicBezTo>
                    <a:pt x="25899" y="1"/>
                    <a:pt x="19650" y="4626"/>
                    <a:pt x="15855" y="8083"/>
                  </a:cubicBezTo>
                  <a:cubicBezTo>
                    <a:pt x="12689" y="10979"/>
                    <a:pt x="9157" y="11772"/>
                    <a:pt x="6239" y="11772"/>
                  </a:cubicBezTo>
                  <a:cubicBezTo>
                    <a:pt x="2739" y="11772"/>
                    <a:pt x="121" y="10631"/>
                    <a:pt x="73" y="10607"/>
                  </a:cubicBezTo>
                  <a:lnTo>
                    <a:pt x="1" y="10767"/>
                  </a:lnTo>
                  <a:cubicBezTo>
                    <a:pt x="30" y="10796"/>
                    <a:pt x="2699" y="11956"/>
                    <a:pt x="6252" y="11956"/>
                  </a:cubicBezTo>
                  <a:cubicBezTo>
                    <a:pt x="9197" y="11956"/>
                    <a:pt x="12780" y="11129"/>
                    <a:pt x="15985" y="8228"/>
                  </a:cubicBezTo>
                  <a:cubicBezTo>
                    <a:pt x="19745" y="4787"/>
                    <a:pt x="25950" y="196"/>
                    <a:pt x="32193" y="196"/>
                  </a:cubicBezTo>
                  <a:cubicBezTo>
                    <a:pt x="34765" y="196"/>
                    <a:pt x="37343" y="975"/>
                    <a:pt x="39759" y="2934"/>
                  </a:cubicBezTo>
                  <a:lnTo>
                    <a:pt x="39861" y="2789"/>
                  </a:lnTo>
                  <a:cubicBezTo>
                    <a:pt x="37410" y="793"/>
                    <a:pt x="34798" y="1"/>
                    <a:pt x="32192" y="1"/>
                  </a:cubicBezTo>
                  <a:close/>
                </a:path>
              </a:pathLst>
            </a:custGeom>
            <a:solidFill>
              <a:srgbClr val="005A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4" name="Google Shape;624;p24"/>
            <p:cNvSpPr/>
            <p:nvPr/>
          </p:nvSpPr>
          <p:spPr>
            <a:xfrm>
              <a:off x="1893875" y="4064500"/>
              <a:ext cx="430825" cy="803950"/>
            </a:xfrm>
            <a:custGeom>
              <a:avLst/>
              <a:gdLst/>
              <a:ahLst/>
              <a:cxnLst/>
              <a:rect l="l" t="t" r="r" b="b"/>
              <a:pathLst>
                <a:path w="17233" h="32158" extrusionOk="0">
                  <a:moveTo>
                    <a:pt x="17232" y="0"/>
                  </a:moveTo>
                  <a:cubicBezTo>
                    <a:pt x="17232" y="0"/>
                    <a:pt x="6948" y="1668"/>
                    <a:pt x="4540" y="11967"/>
                  </a:cubicBezTo>
                  <a:cubicBezTo>
                    <a:pt x="2132" y="22265"/>
                    <a:pt x="7760" y="24891"/>
                    <a:pt x="0" y="32158"/>
                  </a:cubicBezTo>
                  <a:cubicBezTo>
                    <a:pt x="15999" y="28894"/>
                    <a:pt x="16725" y="23890"/>
                    <a:pt x="15637" y="15825"/>
                  </a:cubicBezTo>
                  <a:cubicBezTo>
                    <a:pt x="14549" y="7760"/>
                    <a:pt x="14070" y="4265"/>
                    <a:pt x="17232" y="0"/>
                  </a:cubicBezTo>
                  <a:close/>
                </a:path>
              </a:pathLst>
            </a:custGeom>
            <a:solidFill>
              <a:srgbClr val="84A2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5" name="Google Shape;625;p24"/>
            <p:cNvSpPr/>
            <p:nvPr/>
          </p:nvSpPr>
          <p:spPr>
            <a:xfrm>
              <a:off x="1893150" y="4024600"/>
              <a:ext cx="566075" cy="845675"/>
            </a:xfrm>
            <a:custGeom>
              <a:avLst/>
              <a:gdLst/>
              <a:ahLst/>
              <a:cxnLst/>
              <a:rect l="l" t="t" r="r" b="b"/>
              <a:pathLst>
                <a:path w="22643" h="33827" extrusionOk="0">
                  <a:moveTo>
                    <a:pt x="22628" y="1"/>
                  </a:moveTo>
                  <a:cubicBezTo>
                    <a:pt x="11880" y="1117"/>
                    <a:pt x="9719" y="13476"/>
                    <a:pt x="9385" y="20728"/>
                  </a:cubicBezTo>
                  <a:cubicBezTo>
                    <a:pt x="8950" y="30128"/>
                    <a:pt x="87" y="33638"/>
                    <a:pt x="0" y="33667"/>
                  </a:cubicBezTo>
                  <a:lnTo>
                    <a:pt x="73" y="33826"/>
                  </a:lnTo>
                  <a:cubicBezTo>
                    <a:pt x="160" y="33797"/>
                    <a:pt x="9138" y="30258"/>
                    <a:pt x="9574" y="20743"/>
                  </a:cubicBezTo>
                  <a:cubicBezTo>
                    <a:pt x="9893" y="13519"/>
                    <a:pt x="12039" y="1292"/>
                    <a:pt x="22643" y="175"/>
                  </a:cubicBezTo>
                  <a:lnTo>
                    <a:pt x="22628" y="1"/>
                  </a:lnTo>
                  <a:close/>
                </a:path>
              </a:pathLst>
            </a:custGeom>
            <a:solidFill>
              <a:srgbClr val="A6D6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6" name="Google Shape;626;p24"/>
            <p:cNvSpPr/>
            <p:nvPr/>
          </p:nvSpPr>
          <p:spPr>
            <a:xfrm>
              <a:off x="1994325" y="3522000"/>
              <a:ext cx="641875" cy="872875"/>
            </a:xfrm>
            <a:custGeom>
              <a:avLst/>
              <a:gdLst/>
              <a:ahLst/>
              <a:cxnLst/>
              <a:rect l="l" t="t" r="r" b="b"/>
              <a:pathLst>
                <a:path w="25675" h="34915" extrusionOk="0">
                  <a:moveTo>
                    <a:pt x="6092" y="1"/>
                  </a:moveTo>
                  <a:cubicBezTo>
                    <a:pt x="6092" y="1"/>
                    <a:pt x="0" y="8442"/>
                    <a:pt x="5585" y="17421"/>
                  </a:cubicBezTo>
                  <a:cubicBezTo>
                    <a:pt x="11169" y="26400"/>
                    <a:pt x="17000" y="24268"/>
                    <a:pt x="16652" y="34914"/>
                  </a:cubicBezTo>
                  <a:cubicBezTo>
                    <a:pt x="25674" y="21294"/>
                    <a:pt x="22628" y="17233"/>
                    <a:pt x="16173" y="12330"/>
                  </a:cubicBezTo>
                  <a:cubicBezTo>
                    <a:pt x="9675" y="7398"/>
                    <a:pt x="6861" y="5251"/>
                    <a:pt x="6092" y="1"/>
                  </a:cubicBezTo>
                  <a:close/>
                </a:path>
              </a:pathLst>
            </a:custGeom>
            <a:solidFill>
              <a:srgbClr val="0F74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7" name="Google Shape;627;p24"/>
            <p:cNvSpPr/>
            <p:nvPr/>
          </p:nvSpPr>
          <p:spPr>
            <a:xfrm>
              <a:off x="2042550" y="3399075"/>
              <a:ext cx="467075" cy="996875"/>
            </a:xfrm>
            <a:custGeom>
              <a:avLst/>
              <a:gdLst/>
              <a:ahLst/>
              <a:cxnLst/>
              <a:rect l="l" t="t" r="r" b="b"/>
              <a:pathLst>
                <a:path w="18683" h="39875" extrusionOk="0">
                  <a:moveTo>
                    <a:pt x="6818" y="0"/>
                  </a:moveTo>
                  <a:lnTo>
                    <a:pt x="6818" y="0"/>
                  </a:lnTo>
                  <a:cubicBezTo>
                    <a:pt x="0" y="8370"/>
                    <a:pt x="7224" y="18639"/>
                    <a:pt x="12112" y="24006"/>
                  </a:cubicBezTo>
                  <a:cubicBezTo>
                    <a:pt x="18480" y="30969"/>
                    <a:pt x="14679" y="39701"/>
                    <a:pt x="14636" y="39802"/>
                  </a:cubicBezTo>
                  <a:lnTo>
                    <a:pt x="14795" y="39875"/>
                  </a:lnTo>
                  <a:cubicBezTo>
                    <a:pt x="14839" y="39773"/>
                    <a:pt x="18683" y="30925"/>
                    <a:pt x="12257" y="23876"/>
                  </a:cubicBezTo>
                  <a:cubicBezTo>
                    <a:pt x="7398" y="18567"/>
                    <a:pt x="261" y="8399"/>
                    <a:pt x="6963" y="102"/>
                  </a:cubicBezTo>
                  <a:lnTo>
                    <a:pt x="6818" y="0"/>
                  </a:lnTo>
                  <a:close/>
                </a:path>
              </a:pathLst>
            </a:custGeom>
            <a:solidFill>
              <a:srgbClr val="005A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8" name="Google Shape;628;p24"/>
            <p:cNvSpPr/>
            <p:nvPr/>
          </p:nvSpPr>
          <p:spPr>
            <a:xfrm>
              <a:off x="1691875" y="3317850"/>
              <a:ext cx="803975" cy="430825"/>
            </a:xfrm>
            <a:custGeom>
              <a:avLst/>
              <a:gdLst/>
              <a:ahLst/>
              <a:cxnLst/>
              <a:rect l="l" t="t" r="r" b="b"/>
              <a:pathLst>
                <a:path w="32159" h="17233" extrusionOk="0">
                  <a:moveTo>
                    <a:pt x="1" y="0"/>
                  </a:moveTo>
                  <a:cubicBezTo>
                    <a:pt x="1" y="0"/>
                    <a:pt x="1669" y="10284"/>
                    <a:pt x="11968" y="12692"/>
                  </a:cubicBezTo>
                  <a:cubicBezTo>
                    <a:pt x="14098" y="13190"/>
                    <a:pt x="15900" y="13344"/>
                    <a:pt x="17483" y="13344"/>
                  </a:cubicBezTo>
                  <a:cubicBezTo>
                    <a:pt x="20057" y="13344"/>
                    <a:pt x="22051" y="12936"/>
                    <a:pt x="23933" y="12936"/>
                  </a:cubicBezTo>
                  <a:cubicBezTo>
                    <a:pt x="26489" y="12936"/>
                    <a:pt x="28840" y="13688"/>
                    <a:pt x="32159" y="17232"/>
                  </a:cubicBezTo>
                  <a:cubicBezTo>
                    <a:pt x="29482" y="4111"/>
                    <a:pt x="25635" y="1263"/>
                    <a:pt x="19889" y="1263"/>
                  </a:cubicBezTo>
                  <a:cubicBezTo>
                    <a:pt x="18628" y="1263"/>
                    <a:pt x="17277" y="1400"/>
                    <a:pt x="15826" y="1596"/>
                  </a:cubicBezTo>
                  <a:cubicBezTo>
                    <a:pt x="12347" y="2071"/>
                    <a:pt x="9718" y="2431"/>
                    <a:pt x="7511" y="2431"/>
                  </a:cubicBezTo>
                  <a:cubicBezTo>
                    <a:pt x="4602" y="2431"/>
                    <a:pt x="2426" y="1806"/>
                    <a:pt x="1" y="0"/>
                  </a:cubicBezTo>
                  <a:close/>
                </a:path>
              </a:pathLst>
            </a:custGeom>
            <a:solidFill>
              <a:srgbClr val="84A2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9" name="Google Shape;629;p24"/>
            <p:cNvSpPr/>
            <p:nvPr/>
          </p:nvSpPr>
          <p:spPr>
            <a:xfrm>
              <a:off x="1652000" y="3183675"/>
              <a:ext cx="846400" cy="566075"/>
            </a:xfrm>
            <a:custGeom>
              <a:avLst/>
              <a:gdLst/>
              <a:ahLst/>
              <a:cxnLst/>
              <a:rect l="l" t="t" r="r" b="b"/>
              <a:pathLst>
                <a:path w="33856" h="22643" extrusionOk="0">
                  <a:moveTo>
                    <a:pt x="174" y="0"/>
                  </a:moveTo>
                  <a:lnTo>
                    <a:pt x="0" y="15"/>
                  </a:lnTo>
                  <a:cubicBezTo>
                    <a:pt x="1117" y="10778"/>
                    <a:pt x="13476" y="12924"/>
                    <a:pt x="20728" y="13258"/>
                  </a:cubicBezTo>
                  <a:cubicBezTo>
                    <a:pt x="30127" y="13693"/>
                    <a:pt x="33638" y="22556"/>
                    <a:pt x="33667" y="22643"/>
                  </a:cubicBezTo>
                  <a:lnTo>
                    <a:pt x="33855" y="22570"/>
                  </a:lnTo>
                  <a:cubicBezTo>
                    <a:pt x="33812" y="22483"/>
                    <a:pt x="30272" y="13505"/>
                    <a:pt x="20743" y="13069"/>
                  </a:cubicBezTo>
                  <a:cubicBezTo>
                    <a:pt x="13519" y="12750"/>
                    <a:pt x="1291" y="10604"/>
                    <a:pt x="174" y="0"/>
                  </a:cubicBezTo>
                  <a:close/>
                </a:path>
              </a:pathLst>
            </a:custGeom>
            <a:solidFill>
              <a:srgbClr val="A6D6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0" name="Google Shape;630;p24"/>
            <p:cNvSpPr/>
            <p:nvPr/>
          </p:nvSpPr>
          <p:spPr>
            <a:xfrm>
              <a:off x="1101175" y="3130050"/>
              <a:ext cx="873225" cy="476650"/>
            </a:xfrm>
            <a:custGeom>
              <a:avLst/>
              <a:gdLst/>
              <a:ahLst/>
              <a:cxnLst/>
              <a:rect l="l" t="t" r="r" b="b"/>
              <a:pathLst>
                <a:path w="34929" h="19066" extrusionOk="0">
                  <a:moveTo>
                    <a:pt x="21517" y="0"/>
                  </a:moveTo>
                  <a:cubicBezTo>
                    <a:pt x="17528" y="0"/>
                    <a:pt x="15061" y="2534"/>
                    <a:pt x="12329" y="6120"/>
                  </a:cubicBezTo>
                  <a:cubicBezTo>
                    <a:pt x="7398" y="12589"/>
                    <a:pt x="5265" y="15403"/>
                    <a:pt x="0" y="16201"/>
                  </a:cubicBezTo>
                  <a:cubicBezTo>
                    <a:pt x="0" y="16201"/>
                    <a:pt x="3976" y="19065"/>
                    <a:pt x="9366" y="19065"/>
                  </a:cubicBezTo>
                  <a:cubicBezTo>
                    <a:pt x="11836" y="19065"/>
                    <a:pt x="14603" y="18464"/>
                    <a:pt x="17421" y="16708"/>
                  </a:cubicBezTo>
                  <a:cubicBezTo>
                    <a:pt x="26143" y="11283"/>
                    <a:pt x="24393" y="5612"/>
                    <a:pt x="34048" y="5612"/>
                  </a:cubicBezTo>
                  <a:cubicBezTo>
                    <a:pt x="34331" y="5612"/>
                    <a:pt x="34625" y="5617"/>
                    <a:pt x="34928" y="5627"/>
                  </a:cubicBezTo>
                  <a:cubicBezTo>
                    <a:pt x="28874" y="1623"/>
                    <a:pt x="24709" y="0"/>
                    <a:pt x="21517" y="0"/>
                  </a:cubicBezTo>
                  <a:close/>
                </a:path>
              </a:pathLst>
            </a:custGeom>
            <a:solidFill>
              <a:srgbClr val="0F743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1" name="Google Shape;631;p24"/>
            <p:cNvSpPr/>
            <p:nvPr/>
          </p:nvSpPr>
          <p:spPr>
            <a:xfrm>
              <a:off x="978225" y="3239750"/>
              <a:ext cx="996900" cy="298600"/>
            </a:xfrm>
            <a:custGeom>
              <a:avLst/>
              <a:gdLst/>
              <a:ahLst/>
              <a:cxnLst/>
              <a:rect l="l" t="t" r="r" b="b"/>
              <a:pathLst>
                <a:path w="39876" h="11944" extrusionOk="0">
                  <a:moveTo>
                    <a:pt x="33619" y="1"/>
                  </a:moveTo>
                  <a:cubicBezTo>
                    <a:pt x="30664" y="1"/>
                    <a:pt x="27092" y="801"/>
                    <a:pt x="23891" y="3719"/>
                  </a:cubicBezTo>
                  <a:cubicBezTo>
                    <a:pt x="20121" y="7160"/>
                    <a:pt x="13921" y="11758"/>
                    <a:pt x="7682" y="11758"/>
                  </a:cubicBezTo>
                  <a:cubicBezTo>
                    <a:pt x="5111" y="11758"/>
                    <a:pt x="2534" y="10977"/>
                    <a:pt x="117" y="9013"/>
                  </a:cubicBezTo>
                  <a:lnTo>
                    <a:pt x="1" y="9158"/>
                  </a:lnTo>
                  <a:cubicBezTo>
                    <a:pt x="2452" y="11145"/>
                    <a:pt x="5063" y="11943"/>
                    <a:pt x="7674" y="11943"/>
                  </a:cubicBezTo>
                  <a:cubicBezTo>
                    <a:pt x="13969" y="11943"/>
                    <a:pt x="20206" y="7316"/>
                    <a:pt x="24007" y="3864"/>
                  </a:cubicBezTo>
                  <a:cubicBezTo>
                    <a:pt x="27169" y="979"/>
                    <a:pt x="30698" y="188"/>
                    <a:pt x="33618" y="188"/>
                  </a:cubicBezTo>
                  <a:cubicBezTo>
                    <a:pt x="37127" y="188"/>
                    <a:pt x="39755" y="1331"/>
                    <a:pt x="39803" y="1355"/>
                  </a:cubicBezTo>
                  <a:lnTo>
                    <a:pt x="39875" y="1181"/>
                  </a:lnTo>
                  <a:cubicBezTo>
                    <a:pt x="39828" y="1157"/>
                    <a:pt x="37170" y="1"/>
                    <a:pt x="33619" y="1"/>
                  </a:cubicBezTo>
                  <a:close/>
                </a:path>
              </a:pathLst>
            </a:custGeom>
            <a:solidFill>
              <a:srgbClr val="005A2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2" name="Google Shape;632;p24"/>
            <p:cNvSpPr/>
            <p:nvPr/>
          </p:nvSpPr>
          <p:spPr>
            <a:xfrm>
              <a:off x="910425" y="3185475"/>
              <a:ext cx="417775" cy="779325"/>
            </a:xfrm>
            <a:custGeom>
              <a:avLst/>
              <a:gdLst/>
              <a:ahLst/>
              <a:cxnLst/>
              <a:rect l="l" t="t" r="r" b="b"/>
              <a:pathLst>
                <a:path w="16711" h="31173" extrusionOk="0">
                  <a:moveTo>
                    <a:pt x="16710" y="1"/>
                  </a:moveTo>
                  <a:lnTo>
                    <a:pt x="16710" y="1"/>
                  </a:lnTo>
                  <a:cubicBezTo>
                    <a:pt x="726" y="3264"/>
                    <a:pt x="0" y="8269"/>
                    <a:pt x="1088" y="16334"/>
                  </a:cubicBezTo>
                  <a:cubicBezTo>
                    <a:pt x="1901" y="22397"/>
                    <a:pt x="1959" y="26400"/>
                    <a:pt x="755" y="29504"/>
                  </a:cubicBezTo>
                  <a:lnTo>
                    <a:pt x="2742" y="31172"/>
                  </a:lnTo>
                  <a:cubicBezTo>
                    <a:pt x="5962" y="29794"/>
                    <a:pt x="10734" y="26444"/>
                    <a:pt x="12185" y="20206"/>
                  </a:cubicBezTo>
                  <a:cubicBezTo>
                    <a:pt x="14578" y="9908"/>
                    <a:pt x="8936" y="7268"/>
                    <a:pt x="16710" y="1"/>
                  </a:cubicBezTo>
                  <a:close/>
                </a:path>
              </a:pathLst>
            </a:custGeom>
            <a:solidFill>
              <a:srgbClr val="84A2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3" name="Google Shape;633;p24"/>
            <p:cNvSpPr/>
            <p:nvPr/>
          </p:nvSpPr>
          <p:spPr>
            <a:xfrm>
              <a:off x="947050" y="3183300"/>
              <a:ext cx="382225" cy="757550"/>
            </a:xfrm>
            <a:custGeom>
              <a:avLst/>
              <a:gdLst/>
              <a:ahLst/>
              <a:cxnLst/>
              <a:rect l="l" t="t" r="r" b="b"/>
              <a:pathLst>
                <a:path w="15289" h="30302" extrusionOk="0">
                  <a:moveTo>
                    <a:pt x="15216" y="1"/>
                  </a:moveTo>
                  <a:cubicBezTo>
                    <a:pt x="15129" y="30"/>
                    <a:pt x="6151" y="3569"/>
                    <a:pt x="5715" y="13099"/>
                  </a:cubicBezTo>
                  <a:cubicBezTo>
                    <a:pt x="5454" y="18495"/>
                    <a:pt x="4279" y="25820"/>
                    <a:pt x="0" y="30171"/>
                  </a:cubicBezTo>
                  <a:lnTo>
                    <a:pt x="131" y="30302"/>
                  </a:lnTo>
                  <a:cubicBezTo>
                    <a:pt x="4439" y="25907"/>
                    <a:pt x="5643" y="18553"/>
                    <a:pt x="5889" y="13099"/>
                  </a:cubicBezTo>
                  <a:cubicBezTo>
                    <a:pt x="6325" y="3700"/>
                    <a:pt x="15202" y="204"/>
                    <a:pt x="15289" y="160"/>
                  </a:cubicBezTo>
                  <a:lnTo>
                    <a:pt x="15216" y="1"/>
                  </a:lnTo>
                  <a:close/>
                </a:path>
              </a:pathLst>
            </a:custGeom>
            <a:solidFill>
              <a:srgbClr val="A6D6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634" name="Google Shape;634;p24"/>
          <p:cNvGrpSpPr/>
          <p:nvPr/>
        </p:nvGrpSpPr>
        <p:grpSpPr>
          <a:xfrm rot="960736">
            <a:off x="9021589" y="3233968"/>
            <a:ext cx="2104401" cy="3039155"/>
            <a:chOff x="2924450" y="2900575"/>
            <a:chExt cx="1559325" cy="2252175"/>
          </a:xfrm>
        </p:grpSpPr>
        <p:sp>
          <p:nvSpPr>
            <p:cNvPr id="635" name="Google Shape;635;p24"/>
            <p:cNvSpPr/>
            <p:nvPr/>
          </p:nvSpPr>
          <p:spPr>
            <a:xfrm>
              <a:off x="2924450" y="2900575"/>
              <a:ext cx="1559325" cy="2252175"/>
            </a:xfrm>
            <a:custGeom>
              <a:avLst/>
              <a:gdLst/>
              <a:ahLst/>
              <a:cxnLst/>
              <a:rect l="l" t="t" r="r" b="b"/>
              <a:pathLst>
                <a:path w="62373" h="90087" extrusionOk="0">
                  <a:moveTo>
                    <a:pt x="27337" y="1"/>
                  </a:moveTo>
                  <a:cubicBezTo>
                    <a:pt x="21549" y="1"/>
                    <a:pt x="16762" y="4557"/>
                    <a:pt x="16507" y="10367"/>
                  </a:cubicBezTo>
                  <a:lnTo>
                    <a:pt x="15913" y="24466"/>
                  </a:lnTo>
                  <a:lnTo>
                    <a:pt x="13273" y="24089"/>
                  </a:lnTo>
                  <a:cubicBezTo>
                    <a:pt x="13013" y="24053"/>
                    <a:pt x="12755" y="24035"/>
                    <a:pt x="12501" y="24035"/>
                  </a:cubicBezTo>
                  <a:cubicBezTo>
                    <a:pt x="10610" y="24035"/>
                    <a:pt x="8901" y="25006"/>
                    <a:pt x="7891" y="26540"/>
                  </a:cubicBezTo>
                  <a:cubicBezTo>
                    <a:pt x="7500" y="26932"/>
                    <a:pt x="7224" y="27468"/>
                    <a:pt x="7152" y="28078"/>
                  </a:cubicBezTo>
                  <a:lnTo>
                    <a:pt x="7050" y="28788"/>
                  </a:lnTo>
                  <a:lnTo>
                    <a:pt x="465" y="75625"/>
                  </a:lnTo>
                  <a:lnTo>
                    <a:pt x="189" y="77612"/>
                  </a:lnTo>
                  <a:cubicBezTo>
                    <a:pt x="1" y="79063"/>
                    <a:pt x="363" y="80514"/>
                    <a:pt x="1248" y="81688"/>
                  </a:cubicBezTo>
                  <a:cubicBezTo>
                    <a:pt x="2133" y="82878"/>
                    <a:pt x="3424" y="83632"/>
                    <a:pt x="4874" y="83835"/>
                  </a:cubicBezTo>
                  <a:lnTo>
                    <a:pt x="49115" y="90029"/>
                  </a:lnTo>
                  <a:cubicBezTo>
                    <a:pt x="49361" y="90072"/>
                    <a:pt x="49622" y="90087"/>
                    <a:pt x="49869" y="90087"/>
                  </a:cubicBezTo>
                  <a:cubicBezTo>
                    <a:pt x="52582" y="90087"/>
                    <a:pt x="54931" y="88100"/>
                    <a:pt x="55337" y="85329"/>
                  </a:cubicBezTo>
                  <a:lnTo>
                    <a:pt x="62271" y="35823"/>
                  </a:lnTo>
                  <a:cubicBezTo>
                    <a:pt x="62372" y="35243"/>
                    <a:pt x="62242" y="34634"/>
                    <a:pt x="61966" y="34141"/>
                  </a:cubicBezTo>
                  <a:cubicBezTo>
                    <a:pt x="61372" y="32183"/>
                    <a:pt x="59660" y="30631"/>
                    <a:pt x="57484" y="30326"/>
                  </a:cubicBezTo>
                  <a:lnTo>
                    <a:pt x="53234" y="29731"/>
                  </a:lnTo>
                  <a:lnTo>
                    <a:pt x="55004" y="18417"/>
                  </a:lnTo>
                  <a:cubicBezTo>
                    <a:pt x="55816" y="13210"/>
                    <a:pt x="53321" y="8220"/>
                    <a:pt x="49057" y="5653"/>
                  </a:cubicBezTo>
                  <a:cubicBezTo>
                    <a:pt x="47229" y="2737"/>
                    <a:pt x="44038" y="721"/>
                    <a:pt x="40339" y="562"/>
                  </a:cubicBezTo>
                  <a:lnTo>
                    <a:pt x="27792" y="10"/>
                  </a:lnTo>
                  <a:cubicBezTo>
                    <a:pt x="27640" y="4"/>
                    <a:pt x="27488" y="1"/>
                    <a:pt x="273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6" name="Google Shape;636;p24"/>
            <p:cNvSpPr/>
            <p:nvPr/>
          </p:nvSpPr>
          <p:spPr>
            <a:xfrm>
              <a:off x="3370850" y="2970625"/>
              <a:ext cx="756825" cy="1060525"/>
            </a:xfrm>
            <a:custGeom>
              <a:avLst/>
              <a:gdLst/>
              <a:ahLst/>
              <a:cxnLst/>
              <a:rect l="l" t="t" r="r" b="b"/>
              <a:pathLst>
                <a:path w="30273" h="42421" extrusionOk="0">
                  <a:moveTo>
                    <a:pt x="9474" y="0"/>
                  </a:moveTo>
                  <a:cubicBezTo>
                    <a:pt x="5187" y="0"/>
                    <a:pt x="1606" y="3388"/>
                    <a:pt x="1436" y="7710"/>
                  </a:cubicBezTo>
                  <a:lnTo>
                    <a:pt x="0" y="41217"/>
                  </a:lnTo>
                  <a:lnTo>
                    <a:pt x="3554" y="41362"/>
                  </a:lnTo>
                  <a:lnTo>
                    <a:pt x="4990" y="7855"/>
                  </a:lnTo>
                  <a:cubicBezTo>
                    <a:pt x="5089" y="5446"/>
                    <a:pt x="7076" y="3557"/>
                    <a:pt x="9463" y="3557"/>
                  </a:cubicBezTo>
                  <a:cubicBezTo>
                    <a:pt x="9533" y="3557"/>
                    <a:pt x="9604" y="3558"/>
                    <a:pt x="9675" y="3562"/>
                  </a:cubicBezTo>
                  <a:lnTo>
                    <a:pt x="22222" y="4084"/>
                  </a:lnTo>
                  <a:cubicBezTo>
                    <a:pt x="24717" y="4185"/>
                    <a:pt x="26632" y="6289"/>
                    <a:pt x="26530" y="8769"/>
                  </a:cubicBezTo>
                  <a:lnTo>
                    <a:pt x="25094" y="42276"/>
                  </a:lnTo>
                  <a:lnTo>
                    <a:pt x="28648" y="42421"/>
                  </a:lnTo>
                  <a:lnTo>
                    <a:pt x="30084" y="8914"/>
                  </a:lnTo>
                  <a:cubicBezTo>
                    <a:pt x="30272" y="4475"/>
                    <a:pt x="26820" y="704"/>
                    <a:pt x="22367" y="530"/>
                  </a:cubicBezTo>
                  <a:lnTo>
                    <a:pt x="9820" y="8"/>
                  </a:lnTo>
                  <a:cubicBezTo>
                    <a:pt x="9704" y="3"/>
                    <a:pt x="9589" y="0"/>
                    <a:pt x="9474" y="0"/>
                  </a:cubicBezTo>
                  <a:close/>
                </a:path>
              </a:pathLst>
            </a:custGeom>
            <a:solidFill>
              <a:srgbClr val="EAE2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7" name="Google Shape;637;p24"/>
            <p:cNvSpPr/>
            <p:nvPr/>
          </p:nvSpPr>
          <p:spPr>
            <a:xfrm>
              <a:off x="2996975" y="3566325"/>
              <a:ext cx="1421525" cy="1472475"/>
            </a:xfrm>
            <a:custGeom>
              <a:avLst/>
              <a:gdLst/>
              <a:ahLst/>
              <a:cxnLst/>
              <a:rect l="l" t="t" r="r" b="b"/>
              <a:pathLst>
                <a:path w="56861" h="58899" extrusionOk="0">
                  <a:moveTo>
                    <a:pt x="8229" y="1"/>
                  </a:moveTo>
                  <a:cubicBezTo>
                    <a:pt x="7680" y="1"/>
                    <a:pt x="7188" y="413"/>
                    <a:pt x="7108" y="984"/>
                  </a:cubicBezTo>
                  <a:lnTo>
                    <a:pt x="88" y="50953"/>
                  </a:lnTo>
                  <a:cubicBezTo>
                    <a:pt x="1" y="51563"/>
                    <a:pt x="436" y="52143"/>
                    <a:pt x="1045" y="52230"/>
                  </a:cubicBezTo>
                  <a:lnTo>
                    <a:pt x="48462" y="58888"/>
                  </a:lnTo>
                  <a:cubicBezTo>
                    <a:pt x="48517" y="58895"/>
                    <a:pt x="48571" y="58899"/>
                    <a:pt x="48624" y="58899"/>
                  </a:cubicBezTo>
                  <a:cubicBezTo>
                    <a:pt x="49192" y="58899"/>
                    <a:pt x="49660" y="58487"/>
                    <a:pt x="49753" y="57930"/>
                  </a:cubicBezTo>
                  <a:lnTo>
                    <a:pt x="56759" y="7960"/>
                  </a:lnTo>
                  <a:cubicBezTo>
                    <a:pt x="56861" y="7337"/>
                    <a:pt x="56425" y="6757"/>
                    <a:pt x="55802" y="6669"/>
                  </a:cubicBezTo>
                  <a:lnTo>
                    <a:pt x="8385" y="12"/>
                  </a:lnTo>
                  <a:cubicBezTo>
                    <a:pt x="8332" y="4"/>
                    <a:pt x="8280" y="1"/>
                    <a:pt x="8229" y="1"/>
                  </a:cubicBezTo>
                  <a:close/>
                </a:path>
              </a:pathLst>
            </a:custGeom>
            <a:solidFill>
              <a:srgbClr val="EAE2D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8" name="Google Shape;638;p24"/>
            <p:cNvSpPr/>
            <p:nvPr/>
          </p:nvSpPr>
          <p:spPr>
            <a:xfrm>
              <a:off x="2990100" y="3612650"/>
              <a:ext cx="1422950" cy="1476500"/>
            </a:xfrm>
            <a:custGeom>
              <a:avLst/>
              <a:gdLst/>
              <a:ahLst/>
              <a:cxnLst/>
              <a:rect l="l" t="t" r="r" b="b"/>
              <a:pathLst>
                <a:path w="56918" h="59060" extrusionOk="0">
                  <a:moveTo>
                    <a:pt x="7253" y="1"/>
                  </a:moveTo>
                  <a:lnTo>
                    <a:pt x="87" y="51102"/>
                  </a:lnTo>
                  <a:cubicBezTo>
                    <a:pt x="0" y="51726"/>
                    <a:pt x="435" y="52306"/>
                    <a:pt x="1044" y="52393"/>
                  </a:cubicBezTo>
                  <a:lnTo>
                    <a:pt x="48461" y="59051"/>
                  </a:lnTo>
                  <a:cubicBezTo>
                    <a:pt x="48508" y="59056"/>
                    <a:pt x="48555" y="59059"/>
                    <a:pt x="48601" y="59059"/>
                  </a:cubicBezTo>
                  <a:cubicBezTo>
                    <a:pt x="49170" y="59059"/>
                    <a:pt x="49671" y="58657"/>
                    <a:pt x="49738" y="58094"/>
                  </a:cubicBezTo>
                  <a:lnTo>
                    <a:pt x="56918" y="6978"/>
                  </a:lnTo>
                  <a:lnTo>
                    <a:pt x="7253" y="1"/>
                  </a:lnTo>
                  <a:close/>
                </a:path>
              </a:pathLst>
            </a:custGeom>
            <a:solidFill>
              <a:srgbClr val="FAF3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9" name="Google Shape;639;p24"/>
            <p:cNvSpPr/>
            <p:nvPr/>
          </p:nvSpPr>
          <p:spPr>
            <a:xfrm>
              <a:off x="3866200" y="4220050"/>
              <a:ext cx="365550" cy="371000"/>
            </a:xfrm>
            <a:custGeom>
              <a:avLst/>
              <a:gdLst/>
              <a:ahLst/>
              <a:cxnLst/>
              <a:rect l="l" t="t" r="r" b="b"/>
              <a:pathLst>
                <a:path w="14622" h="14840" extrusionOk="0">
                  <a:moveTo>
                    <a:pt x="11285" y="1"/>
                  </a:moveTo>
                  <a:lnTo>
                    <a:pt x="11285" y="1"/>
                  </a:lnTo>
                  <a:cubicBezTo>
                    <a:pt x="5092" y="886"/>
                    <a:pt x="5077" y="4164"/>
                    <a:pt x="5077" y="4164"/>
                  </a:cubicBezTo>
                  <a:cubicBezTo>
                    <a:pt x="5077" y="4164"/>
                    <a:pt x="4685" y="915"/>
                    <a:pt x="0" y="1"/>
                  </a:cubicBezTo>
                  <a:lnTo>
                    <a:pt x="0" y="1"/>
                  </a:lnTo>
                  <a:cubicBezTo>
                    <a:pt x="2843" y="6194"/>
                    <a:pt x="0" y="10053"/>
                    <a:pt x="0" y="10053"/>
                  </a:cubicBezTo>
                  <a:cubicBezTo>
                    <a:pt x="0" y="10053"/>
                    <a:pt x="4149" y="14085"/>
                    <a:pt x="13751" y="14839"/>
                  </a:cubicBezTo>
                  <a:cubicBezTo>
                    <a:pt x="13004" y="12219"/>
                    <a:pt x="9152" y="11897"/>
                    <a:pt x="8931" y="11881"/>
                  </a:cubicBezTo>
                  <a:lnTo>
                    <a:pt x="8931" y="11881"/>
                  </a:lnTo>
                  <a:cubicBezTo>
                    <a:pt x="8946" y="11882"/>
                    <a:pt x="8979" y="11884"/>
                    <a:pt x="9028" y="11884"/>
                  </a:cubicBezTo>
                  <a:cubicBezTo>
                    <a:pt x="9553" y="11884"/>
                    <a:pt x="11935" y="11703"/>
                    <a:pt x="14621" y="8646"/>
                  </a:cubicBezTo>
                  <a:cubicBezTo>
                    <a:pt x="12539" y="6917"/>
                    <a:pt x="10918" y="6543"/>
                    <a:pt x="9906" y="6543"/>
                  </a:cubicBezTo>
                  <a:cubicBezTo>
                    <a:pt x="9136" y="6543"/>
                    <a:pt x="8718" y="6760"/>
                    <a:pt x="8718" y="6760"/>
                  </a:cubicBezTo>
                  <a:cubicBezTo>
                    <a:pt x="8718" y="6760"/>
                    <a:pt x="11575" y="4976"/>
                    <a:pt x="11285" y="1"/>
                  </a:cubicBezTo>
                  <a:close/>
                </a:path>
              </a:pathLst>
            </a:custGeom>
            <a:solidFill>
              <a:srgbClr val="84A21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0" name="Google Shape;640;p24"/>
            <p:cNvSpPr/>
            <p:nvPr/>
          </p:nvSpPr>
          <p:spPr>
            <a:xfrm>
              <a:off x="3402400" y="3030450"/>
              <a:ext cx="850375" cy="1096950"/>
            </a:xfrm>
            <a:custGeom>
              <a:avLst/>
              <a:gdLst/>
              <a:ahLst/>
              <a:cxnLst/>
              <a:rect l="l" t="t" r="r" b="b"/>
              <a:pathLst>
                <a:path w="34015" h="43878" extrusionOk="0">
                  <a:moveTo>
                    <a:pt x="14534" y="1"/>
                  </a:moveTo>
                  <a:cubicBezTo>
                    <a:pt x="9780" y="1"/>
                    <a:pt x="5603" y="3474"/>
                    <a:pt x="4830" y="8320"/>
                  </a:cubicBezTo>
                  <a:lnTo>
                    <a:pt x="145" y="37939"/>
                  </a:lnTo>
                  <a:cubicBezTo>
                    <a:pt x="0" y="38911"/>
                    <a:pt x="653" y="39825"/>
                    <a:pt x="1639" y="39970"/>
                  </a:cubicBezTo>
                  <a:cubicBezTo>
                    <a:pt x="1730" y="39983"/>
                    <a:pt x="1821" y="39990"/>
                    <a:pt x="1910" y="39990"/>
                  </a:cubicBezTo>
                  <a:cubicBezTo>
                    <a:pt x="2775" y="39990"/>
                    <a:pt x="3539" y="39370"/>
                    <a:pt x="3670" y="38476"/>
                  </a:cubicBezTo>
                  <a:lnTo>
                    <a:pt x="8341" y="8871"/>
                  </a:lnTo>
                  <a:cubicBezTo>
                    <a:pt x="8838" y="5783"/>
                    <a:pt x="11495" y="3569"/>
                    <a:pt x="14523" y="3569"/>
                  </a:cubicBezTo>
                  <a:cubicBezTo>
                    <a:pt x="14852" y="3569"/>
                    <a:pt x="15185" y="3595"/>
                    <a:pt x="15521" y="3649"/>
                  </a:cubicBezTo>
                  <a:lnTo>
                    <a:pt x="24412" y="5041"/>
                  </a:lnTo>
                  <a:cubicBezTo>
                    <a:pt x="27836" y="5593"/>
                    <a:pt x="30171" y="8798"/>
                    <a:pt x="29634" y="12221"/>
                  </a:cubicBezTo>
                  <a:lnTo>
                    <a:pt x="24949" y="41826"/>
                  </a:lnTo>
                  <a:cubicBezTo>
                    <a:pt x="24804" y="42813"/>
                    <a:pt x="25457" y="43712"/>
                    <a:pt x="26443" y="43857"/>
                  </a:cubicBezTo>
                  <a:cubicBezTo>
                    <a:pt x="26534" y="43871"/>
                    <a:pt x="26624" y="43877"/>
                    <a:pt x="26714" y="43877"/>
                  </a:cubicBezTo>
                  <a:cubicBezTo>
                    <a:pt x="27579" y="43877"/>
                    <a:pt x="28342" y="43258"/>
                    <a:pt x="28474" y="42377"/>
                  </a:cubicBezTo>
                  <a:lnTo>
                    <a:pt x="33173" y="12787"/>
                  </a:lnTo>
                  <a:cubicBezTo>
                    <a:pt x="34015" y="7420"/>
                    <a:pt x="30359" y="2373"/>
                    <a:pt x="24978" y="1531"/>
                  </a:cubicBezTo>
                  <a:lnTo>
                    <a:pt x="16086" y="124"/>
                  </a:lnTo>
                  <a:cubicBezTo>
                    <a:pt x="15565" y="41"/>
                    <a:pt x="15046" y="1"/>
                    <a:pt x="14534" y="1"/>
                  </a:cubicBezTo>
                  <a:close/>
                </a:path>
              </a:pathLst>
            </a:custGeom>
            <a:solidFill>
              <a:srgbClr val="FAF3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1" name="Google Shape;641;p24"/>
            <p:cNvSpPr/>
            <p:nvPr/>
          </p:nvSpPr>
          <p:spPr>
            <a:xfrm>
              <a:off x="3382100" y="4374175"/>
              <a:ext cx="679775" cy="524750"/>
            </a:xfrm>
            <a:custGeom>
              <a:avLst/>
              <a:gdLst/>
              <a:ahLst/>
              <a:cxnLst/>
              <a:rect l="l" t="t" r="r" b="b"/>
              <a:pathLst>
                <a:path w="27191" h="20990" extrusionOk="0">
                  <a:moveTo>
                    <a:pt x="17716" y="1"/>
                  </a:moveTo>
                  <a:cubicBezTo>
                    <a:pt x="14647" y="1"/>
                    <a:pt x="11548" y="1502"/>
                    <a:pt x="9805" y="4874"/>
                  </a:cubicBezTo>
                  <a:cubicBezTo>
                    <a:pt x="8036" y="8326"/>
                    <a:pt x="7920" y="12199"/>
                    <a:pt x="5062" y="13084"/>
                  </a:cubicBezTo>
                  <a:cubicBezTo>
                    <a:pt x="0" y="14665"/>
                    <a:pt x="1175" y="20989"/>
                    <a:pt x="1175" y="20989"/>
                  </a:cubicBezTo>
                  <a:cubicBezTo>
                    <a:pt x="2396" y="17038"/>
                    <a:pt x="4514" y="15979"/>
                    <a:pt x="7106" y="15979"/>
                  </a:cubicBezTo>
                  <a:cubicBezTo>
                    <a:pt x="10096" y="15979"/>
                    <a:pt x="13716" y="17387"/>
                    <a:pt x="17319" y="17387"/>
                  </a:cubicBezTo>
                  <a:cubicBezTo>
                    <a:pt x="18722" y="17387"/>
                    <a:pt x="20123" y="17173"/>
                    <a:pt x="21482" y="16580"/>
                  </a:cubicBezTo>
                  <a:cubicBezTo>
                    <a:pt x="24644" y="15231"/>
                    <a:pt x="26327" y="12446"/>
                    <a:pt x="26617" y="9501"/>
                  </a:cubicBezTo>
                  <a:cubicBezTo>
                    <a:pt x="27191" y="3631"/>
                    <a:pt x="22488" y="1"/>
                    <a:pt x="17716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2" name="Google Shape;642;p24"/>
            <p:cNvSpPr/>
            <p:nvPr/>
          </p:nvSpPr>
          <p:spPr>
            <a:xfrm>
              <a:off x="3282375" y="3758600"/>
              <a:ext cx="159575" cy="220025"/>
            </a:xfrm>
            <a:custGeom>
              <a:avLst/>
              <a:gdLst/>
              <a:ahLst/>
              <a:cxnLst/>
              <a:rect l="l" t="t" r="r" b="b"/>
              <a:pathLst>
                <a:path w="6383" h="8801" extrusionOk="0">
                  <a:moveTo>
                    <a:pt x="1674" y="1"/>
                  </a:moveTo>
                  <a:cubicBezTo>
                    <a:pt x="1514" y="1"/>
                    <a:pt x="1371" y="48"/>
                    <a:pt x="1277" y="95"/>
                  </a:cubicBezTo>
                  <a:cubicBezTo>
                    <a:pt x="1132" y="226"/>
                    <a:pt x="1030" y="385"/>
                    <a:pt x="1001" y="589"/>
                  </a:cubicBezTo>
                  <a:lnTo>
                    <a:pt x="44" y="7406"/>
                  </a:lnTo>
                  <a:cubicBezTo>
                    <a:pt x="0" y="7609"/>
                    <a:pt x="44" y="7798"/>
                    <a:pt x="160" y="7957"/>
                  </a:cubicBezTo>
                  <a:cubicBezTo>
                    <a:pt x="290" y="8102"/>
                    <a:pt x="450" y="8189"/>
                    <a:pt x="653" y="8218"/>
                  </a:cubicBezTo>
                  <a:lnTo>
                    <a:pt x="4613" y="8784"/>
                  </a:lnTo>
                  <a:cubicBezTo>
                    <a:pt x="4670" y="8795"/>
                    <a:pt x="4723" y="8801"/>
                    <a:pt x="4772" y="8801"/>
                  </a:cubicBezTo>
                  <a:cubicBezTo>
                    <a:pt x="4914" y="8801"/>
                    <a:pt x="5032" y="8757"/>
                    <a:pt x="5149" y="8682"/>
                  </a:cubicBezTo>
                  <a:cubicBezTo>
                    <a:pt x="5294" y="8566"/>
                    <a:pt x="5382" y="8421"/>
                    <a:pt x="5425" y="8218"/>
                  </a:cubicBezTo>
                  <a:cubicBezTo>
                    <a:pt x="5440" y="8044"/>
                    <a:pt x="5411" y="7885"/>
                    <a:pt x="5280" y="7725"/>
                  </a:cubicBezTo>
                  <a:cubicBezTo>
                    <a:pt x="5149" y="7580"/>
                    <a:pt x="4990" y="7478"/>
                    <a:pt x="4787" y="7449"/>
                  </a:cubicBezTo>
                  <a:lnTo>
                    <a:pt x="1595" y="7012"/>
                  </a:lnTo>
                  <a:lnTo>
                    <a:pt x="1595" y="7012"/>
                  </a:lnTo>
                  <a:lnTo>
                    <a:pt x="1887" y="4847"/>
                  </a:lnTo>
                  <a:lnTo>
                    <a:pt x="1887" y="4847"/>
                  </a:lnTo>
                  <a:lnTo>
                    <a:pt x="4555" y="5216"/>
                  </a:lnTo>
                  <a:cubicBezTo>
                    <a:pt x="4612" y="5227"/>
                    <a:pt x="4664" y="5232"/>
                    <a:pt x="4714" y="5232"/>
                  </a:cubicBezTo>
                  <a:cubicBezTo>
                    <a:pt x="4856" y="5232"/>
                    <a:pt x="4974" y="5189"/>
                    <a:pt x="5091" y="5114"/>
                  </a:cubicBezTo>
                  <a:cubicBezTo>
                    <a:pt x="5236" y="4998"/>
                    <a:pt x="5338" y="4853"/>
                    <a:pt x="5367" y="4650"/>
                  </a:cubicBezTo>
                  <a:cubicBezTo>
                    <a:pt x="5382" y="4461"/>
                    <a:pt x="5352" y="4273"/>
                    <a:pt x="5222" y="4128"/>
                  </a:cubicBezTo>
                  <a:cubicBezTo>
                    <a:pt x="5091" y="3968"/>
                    <a:pt x="4932" y="3896"/>
                    <a:pt x="4729" y="3852"/>
                  </a:cubicBezTo>
                  <a:lnTo>
                    <a:pt x="2060" y="3487"/>
                  </a:lnTo>
                  <a:lnTo>
                    <a:pt x="2060" y="3487"/>
                  </a:lnTo>
                  <a:lnTo>
                    <a:pt x="2352" y="1474"/>
                  </a:lnTo>
                  <a:lnTo>
                    <a:pt x="2352" y="1474"/>
                  </a:lnTo>
                  <a:lnTo>
                    <a:pt x="5556" y="1938"/>
                  </a:lnTo>
                  <a:cubicBezTo>
                    <a:pt x="5607" y="1944"/>
                    <a:pt x="5655" y="1948"/>
                    <a:pt x="5701" y="1948"/>
                  </a:cubicBezTo>
                  <a:cubicBezTo>
                    <a:pt x="5848" y="1948"/>
                    <a:pt x="5970" y="1910"/>
                    <a:pt x="6092" y="1821"/>
                  </a:cubicBezTo>
                  <a:cubicBezTo>
                    <a:pt x="6237" y="1720"/>
                    <a:pt x="6324" y="1575"/>
                    <a:pt x="6368" y="1372"/>
                  </a:cubicBezTo>
                  <a:cubicBezTo>
                    <a:pt x="6382" y="1169"/>
                    <a:pt x="6353" y="995"/>
                    <a:pt x="6223" y="850"/>
                  </a:cubicBezTo>
                  <a:cubicBezTo>
                    <a:pt x="6092" y="690"/>
                    <a:pt x="5933" y="618"/>
                    <a:pt x="5730" y="574"/>
                  </a:cubicBezTo>
                  <a:lnTo>
                    <a:pt x="1784" y="8"/>
                  </a:lnTo>
                  <a:cubicBezTo>
                    <a:pt x="1747" y="3"/>
                    <a:pt x="1710" y="1"/>
                    <a:pt x="1674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3" name="Google Shape;643;p24"/>
            <p:cNvSpPr/>
            <p:nvPr/>
          </p:nvSpPr>
          <p:spPr>
            <a:xfrm>
              <a:off x="3450975" y="3790750"/>
              <a:ext cx="177000" cy="212475"/>
            </a:xfrm>
            <a:custGeom>
              <a:avLst/>
              <a:gdLst/>
              <a:ahLst/>
              <a:cxnLst/>
              <a:rect l="l" t="t" r="r" b="b"/>
              <a:pathLst>
                <a:path w="7080" h="8499" extrusionOk="0">
                  <a:moveTo>
                    <a:pt x="4228" y="1"/>
                  </a:moveTo>
                  <a:cubicBezTo>
                    <a:pt x="3861" y="1"/>
                    <a:pt x="3511" y="48"/>
                    <a:pt x="3178" y="129"/>
                  </a:cubicBezTo>
                  <a:cubicBezTo>
                    <a:pt x="2626" y="274"/>
                    <a:pt x="2133" y="492"/>
                    <a:pt x="1698" y="811"/>
                  </a:cubicBezTo>
                  <a:cubicBezTo>
                    <a:pt x="1263" y="1116"/>
                    <a:pt x="900" y="1522"/>
                    <a:pt x="639" y="2015"/>
                  </a:cubicBezTo>
                  <a:cubicBezTo>
                    <a:pt x="364" y="2494"/>
                    <a:pt x="175" y="3045"/>
                    <a:pt x="88" y="3640"/>
                  </a:cubicBezTo>
                  <a:cubicBezTo>
                    <a:pt x="1" y="4336"/>
                    <a:pt x="30" y="4960"/>
                    <a:pt x="175" y="5525"/>
                  </a:cubicBezTo>
                  <a:cubicBezTo>
                    <a:pt x="320" y="6091"/>
                    <a:pt x="581" y="6555"/>
                    <a:pt x="929" y="6976"/>
                  </a:cubicBezTo>
                  <a:cubicBezTo>
                    <a:pt x="1292" y="7396"/>
                    <a:pt x="1684" y="7716"/>
                    <a:pt x="2177" y="7977"/>
                  </a:cubicBezTo>
                  <a:cubicBezTo>
                    <a:pt x="2670" y="8209"/>
                    <a:pt x="3192" y="8397"/>
                    <a:pt x="3758" y="8470"/>
                  </a:cubicBezTo>
                  <a:cubicBezTo>
                    <a:pt x="3975" y="8484"/>
                    <a:pt x="4207" y="8499"/>
                    <a:pt x="4425" y="8499"/>
                  </a:cubicBezTo>
                  <a:cubicBezTo>
                    <a:pt x="4643" y="8499"/>
                    <a:pt x="4875" y="8484"/>
                    <a:pt x="5092" y="8441"/>
                  </a:cubicBezTo>
                  <a:cubicBezTo>
                    <a:pt x="5339" y="8412"/>
                    <a:pt x="5556" y="8354"/>
                    <a:pt x="5774" y="8281"/>
                  </a:cubicBezTo>
                  <a:cubicBezTo>
                    <a:pt x="5963" y="8223"/>
                    <a:pt x="6108" y="8078"/>
                    <a:pt x="6180" y="7890"/>
                  </a:cubicBezTo>
                  <a:cubicBezTo>
                    <a:pt x="6253" y="7686"/>
                    <a:pt x="6224" y="7469"/>
                    <a:pt x="6093" y="7251"/>
                  </a:cubicBezTo>
                  <a:cubicBezTo>
                    <a:pt x="6006" y="7092"/>
                    <a:pt x="5876" y="6990"/>
                    <a:pt x="5716" y="6947"/>
                  </a:cubicBezTo>
                  <a:cubicBezTo>
                    <a:pt x="5642" y="6927"/>
                    <a:pt x="5565" y="6916"/>
                    <a:pt x="5486" y="6916"/>
                  </a:cubicBezTo>
                  <a:cubicBezTo>
                    <a:pt x="5395" y="6916"/>
                    <a:pt x="5302" y="6930"/>
                    <a:pt x="5208" y="6961"/>
                  </a:cubicBezTo>
                  <a:cubicBezTo>
                    <a:pt x="5005" y="7034"/>
                    <a:pt x="4788" y="7063"/>
                    <a:pt x="4570" y="7092"/>
                  </a:cubicBezTo>
                  <a:cubicBezTo>
                    <a:pt x="4353" y="7092"/>
                    <a:pt x="4135" y="7092"/>
                    <a:pt x="3917" y="7048"/>
                  </a:cubicBezTo>
                  <a:cubicBezTo>
                    <a:pt x="3540" y="6990"/>
                    <a:pt x="3178" y="6889"/>
                    <a:pt x="2873" y="6729"/>
                  </a:cubicBezTo>
                  <a:cubicBezTo>
                    <a:pt x="2554" y="6555"/>
                    <a:pt x="2307" y="6338"/>
                    <a:pt x="2090" y="6076"/>
                  </a:cubicBezTo>
                  <a:cubicBezTo>
                    <a:pt x="1872" y="5801"/>
                    <a:pt x="1727" y="5496"/>
                    <a:pt x="1640" y="5105"/>
                  </a:cubicBezTo>
                  <a:cubicBezTo>
                    <a:pt x="1539" y="4727"/>
                    <a:pt x="1524" y="4292"/>
                    <a:pt x="1597" y="3828"/>
                  </a:cubicBezTo>
                  <a:cubicBezTo>
                    <a:pt x="1655" y="3422"/>
                    <a:pt x="1785" y="3059"/>
                    <a:pt x="1945" y="2740"/>
                  </a:cubicBezTo>
                  <a:cubicBezTo>
                    <a:pt x="2104" y="2421"/>
                    <a:pt x="2322" y="2160"/>
                    <a:pt x="2597" y="1942"/>
                  </a:cubicBezTo>
                  <a:cubicBezTo>
                    <a:pt x="2873" y="1725"/>
                    <a:pt x="3192" y="1580"/>
                    <a:pt x="3540" y="1478"/>
                  </a:cubicBezTo>
                  <a:cubicBezTo>
                    <a:pt x="3732" y="1430"/>
                    <a:pt x="3937" y="1409"/>
                    <a:pt x="4152" y="1409"/>
                  </a:cubicBezTo>
                  <a:cubicBezTo>
                    <a:pt x="4328" y="1409"/>
                    <a:pt x="4512" y="1423"/>
                    <a:pt x="4701" y="1449"/>
                  </a:cubicBezTo>
                  <a:cubicBezTo>
                    <a:pt x="4933" y="1478"/>
                    <a:pt x="5150" y="1536"/>
                    <a:pt x="5353" y="1609"/>
                  </a:cubicBezTo>
                  <a:cubicBezTo>
                    <a:pt x="5556" y="1696"/>
                    <a:pt x="5730" y="1797"/>
                    <a:pt x="5919" y="1899"/>
                  </a:cubicBezTo>
                  <a:cubicBezTo>
                    <a:pt x="6064" y="2015"/>
                    <a:pt x="6224" y="2059"/>
                    <a:pt x="6383" y="2059"/>
                  </a:cubicBezTo>
                  <a:cubicBezTo>
                    <a:pt x="6543" y="2059"/>
                    <a:pt x="6688" y="2015"/>
                    <a:pt x="6818" y="1884"/>
                  </a:cubicBezTo>
                  <a:cubicBezTo>
                    <a:pt x="7007" y="1725"/>
                    <a:pt x="7079" y="1522"/>
                    <a:pt x="7079" y="1304"/>
                  </a:cubicBezTo>
                  <a:cubicBezTo>
                    <a:pt x="7079" y="1087"/>
                    <a:pt x="6963" y="898"/>
                    <a:pt x="6789" y="782"/>
                  </a:cubicBezTo>
                  <a:cubicBezTo>
                    <a:pt x="6514" y="594"/>
                    <a:pt x="6209" y="434"/>
                    <a:pt x="5905" y="303"/>
                  </a:cubicBezTo>
                  <a:cubicBezTo>
                    <a:pt x="5585" y="173"/>
                    <a:pt x="5252" y="100"/>
                    <a:pt x="4918" y="57"/>
                  </a:cubicBezTo>
                  <a:cubicBezTo>
                    <a:pt x="4682" y="18"/>
                    <a:pt x="4452" y="1"/>
                    <a:pt x="4228" y="1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4" name="Google Shape;644;p24"/>
            <p:cNvSpPr/>
            <p:nvPr/>
          </p:nvSpPr>
          <p:spPr>
            <a:xfrm>
              <a:off x="3635200" y="3811875"/>
              <a:ext cx="162475" cy="213875"/>
            </a:xfrm>
            <a:custGeom>
              <a:avLst/>
              <a:gdLst/>
              <a:ahLst/>
              <a:cxnLst/>
              <a:rect l="l" t="t" r="r" b="b"/>
              <a:pathLst>
                <a:path w="6499" h="8555" extrusionOk="0">
                  <a:moveTo>
                    <a:pt x="3441" y="1419"/>
                  </a:moveTo>
                  <a:cubicBezTo>
                    <a:pt x="3502" y="1419"/>
                    <a:pt x="3564" y="1423"/>
                    <a:pt x="3627" y="1431"/>
                  </a:cubicBezTo>
                  <a:cubicBezTo>
                    <a:pt x="3946" y="1489"/>
                    <a:pt x="4222" y="1634"/>
                    <a:pt x="4439" y="1866"/>
                  </a:cubicBezTo>
                  <a:cubicBezTo>
                    <a:pt x="4657" y="2113"/>
                    <a:pt x="4802" y="2446"/>
                    <a:pt x="4874" y="2882"/>
                  </a:cubicBezTo>
                  <a:cubicBezTo>
                    <a:pt x="4947" y="3317"/>
                    <a:pt x="4947" y="3868"/>
                    <a:pt x="4860" y="4506"/>
                  </a:cubicBezTo>
                  <a:cubicBezTo>
                    <a:pt x="4758" y="5115"/>
                    <a:pt x="4642" y="5638"/>
                    <a:pt x="4439" y="6044"/>
                  </a:cubicBezTo>
                  <a:cubicBezTo>
                    <a:pt x="4251" y="6435"/>
                    <a:pt x="4018" y="6725"/>
                    <a:pt x="3743" y="6914"/>
                  </a:cubicBezTo>
                  <a:cubicBezTo>
                    <a:pt x="3531" y="7055"/>
                    <a:pt x="3282" y="7129"/>
                    <a:pt x="3025" y="7129"/>
                  </a:cubicBezTo>
                  <a:cubicBezTo>
                    <a:pt x="2965" y="7129"/>
                    <a:pt x="2904" y="7125"/>
                    <a:pt x="2844" y="7117"/>
                  </a:cubicBezTo>
                  <a:cubicBezTo>
                    <a:pt x="2510" y="7059"/>
                    <a:pt x="2249" y="6914"/>
                    <a:pt x="2046" y="6653"/>
                  </a:cubicBezTo>
                  <a:cubicBezTo>
                    <a:pt x="1828" y="6421"/>
                    <a:pt x="1683" y="6073"/>
                    <a:pt x="1611" y="5638"/>
                  </a:cubicBezTo>
                  <a:cubicBezTo>
                    <a:pt x="1538" y="5202"/>
                    <a:pt x="1538" y="4680"/>
                    <a:pt x="1625" y="4042"/>
                  </a:cubicBezTo>
                  <a:cubicBezTo>
                    <a:pt x="1712" y="3389"/>
                    <a:pt x="1843" y="2882"/>
                    <a:pt x="2046" y="2490"/>
                  </a:cubicBezTo>
                  <a:cubicBezTo>
                    <a:pt x="2220" y="2084"/>
                    <a:pt x="2466" y="1823"/>
                    <a:pt x="2728" y="1634"/>
                  </a:cubicBezTo>
                  <a:cubicBezTo>
                    <a:pt x="2951" y="1493"/>
                    <a:pt x="3184" y="1419"/>
                    <a:pt x="3441" y="1419"/>
                  </a:cubicBezTo>
                  <a:close/>
                  <a:moveTo>
                    <a:pt x="3339" y="0"/>
                  </a:moveTo>
                  <a:cubicBezTo>
                    <a:pt x="2859" y="0"/>
                    <a:pt x="2436" y="112"/>
                    <a:pt x="2046" y="329"/>
                  </a:cubicBezTo>
                  <a:cubicBezTo>
                    <a:pt x="1538" y="619"/>
                    <a:pt x="1103" y="1068"/>
                    <a:pt x="769" y="1678"/>
                  </a:cubicBezTo>
                  <a:cubicBezTo>
                    <a:pt x="450" y="2272"/>
                    <a:pt x="233" y="2998"/>
                    <a:pt x="102" y="3824"/>
                  </a:cubicBezTo>
                  <a:cubicBezTo>
                    <a:pt x="1" y="4666"/>
                    <a:pt x="15" y="5420"/>
                    <a:pt x="160" y="6102"/>
                  </a:cubicBezTo>
                  <a:cubicBezTo>
                    <a:pt x="305" y="6769"/>
                    <a:pt x="595" y="7335"/>
                    <a:pt x="1016" y="7741"/>
                  </a:cubicBezTo>
                  <a:cubicBezTo>
                    <a:pt x="1422" y="8161"/>
                    <a:pt x="1973" y="8437"/>
                    <a:pt x="2640" y="8524"/>
                  </a:cubicBezTo>
                  <a:cubicBezTo>
                    <a:pt x="2794" y="8544"/>
                    <a:pt x="2945" y="8554"/>
                    <a:pt x="3093" y="8554"/>
                  </a:cubicBezTo>
                  <a:cubicBezTo>
                    <a:pt x="3584" y="8554"/>
                    <a:pt x="4037" y="8443"/>
                    <a:pt x="4439" y="8219"/>
                  </a:cubicBezTo>
                  <a:cubicBezTo>
                    <a:pt x="4947" y="7929"/>
                    <a:pt x="5382" y="7480"/>
                    <a:pt x="5701" y="6871"/>
                  </a:cubicBezTo>
                  <a:cubicBezTo>
                    <a:pt x="6035" y="6276"/>
                    <a:pt x="6267" y="5551"/>
                    <a:pt x="6383" y="4724"/>
                  </a:cubicBezTo>
                  <a:cubicBezTo>
                    <a:pt x="6499" y="3882"/>
                    <a:pt x="6484" y="3128"/>
                    <a:pt x="6325" y="2446"/>
                  </a:cubicBezTo>
                  <a:cubicBezTo>
                    <a:pt x="6180" y="1794"/>
                    <a:pt x="5890" y="1243"/>
                    <a:pt x="5469" y="822"/>
                  </a:cubicBezTo>
                  <a:cubicBezTo>
                    <a:pt x="5048" y="401"/>
                    <a:pt x="4512" y="126"/>
                    <a:pt x="3844" y="39"/>
                  </a:cubicBezTo>
                  <a:cubicBezTo>
                    <a:pt x="3669" y="13"/>
                    <a:pt x="3501" y="0"/>
                    <a:pt x="3339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5" name="Google Shape;645;p24"/>
            <p:cNvSpPr/>
            <p:nvPr/>
          </p:nvSpPr>
          <p:spPr>
            <a:xfrm>
              <a:off x="3230150" y="4026050"/>
              <a:ext cx="164300" cy="209150"/>
            </a:xfrm>
            <a:custGeom>
              <a:avLst/>
              <a:gdLst/>
              <a:ahLst/>
              <a:cxnLst/>
              <a:rect l="l" t="t" r="r" b="b"/>
              <a:pathLst>
                <a:path w="6572" h="8366" extrusionOk="0">
                  <a:moveTo>
                    <a:pt x="2338" y="1543"/>
                  </a:moveTo>
                  <a:lnTo>
                    <a:pt x="4207" y="1814"/>
                  </a:lnTo>
                  <a:cubicBezTo>
                    <a:pt x="4482" y="1843"/>
                    <a:pt x="4686" y="1930"/>
                    <a:pt x="4787" y="2118"/>
                  </a:cubicBezTo>
                  <a:cubicBezTo>
                    <a:pt x="4932" y="2292"/>
                    <a:pt x="4990" y="2539"/>
                    <a:pt x="4932" y="2858"/>
                  </a:cubicBezTo>
                  <a:cubicBezTo>
                    <a:pt x="4903" y="3134"/>
                    <a:pt x="4787" y="3308"/>
                    <a:pt x="4584" y="3438"/>
                  </a:cubicBezTo>
                  <a:cubicBezTo>
                    <a:pt x="4433" y="3531"/>
                    <a:pt x="4273" y="3578"/>
                    <a:pt x="4104" y="3578"/>
                  </a:cubicBezTo>
                  <a:cubicBezTo>
                    <a:pt x="4061" y="3578"/>
                    <a:pt x="4018" y="3575"/>
                    <a:pt x="3975" y="3569"/>
                  </a:cubicBezTo>
                  <a:lnTo>
                    <a:pt x="2090" y="3300"/>
                  </a:lnTo>
                  <a:lnTo>
                    <a:pt x="2090" y="3300"/>
                  </a:lnTo>
                  <a:lnTo>
                    <a:pt x="2338" y="1543"/>
                  </a:lnTo>
                  <a:close/>
                  <a:moveTo>
                    <a:pt x="1917" y="4628"/>
                  </a:moveTo>
                  <a:lnTo>
                    <a:pt x="3873" y="4903"/>
                  </a:lnTo>
                  <a:cubicBezTo>
                    <a:pt x="4033" y="4932"/>
                    <a:pt x="4192" y="4961"/>
                    <a:pt x="4381" y="5048"/>
                  </a:cubicBezTo>
                  <a:cubicBezTo>
                    <a:pt x="4569" y="5106"/>
                    <a:pt x="4715" y="5237"/>
                    <a:pt x="4831" y="5396"/>
                  </a:cubicBezTo>
                  <a:cubicBezTo>
                    <a:pt x="4961" y="5556"/>
                    <a:pt x="4990" y="5817"/>
                    <a:pt x="4932" y="6165"/>
                  </a:cubicBezTo>
                  <a:cubicBezTo>
                    <a:pt x="4889" y="6528"/>
                    <a:pt x="4758" y="6774"/>
                    <a:pt x="4526" y="6934"/>
                  </a:cubicBezTo>
                  <a:cubicBezTo>
                    <a:pt x="4338" y="7067"/>
                    <a:pt x="4124" y="7124"/>
                    <a:pt x="3885" y="7124"/>
                  </a:cubicBezTo>
                  <a:cubicBezTo>
                    <a:pt x="3811" y="7124"/>
                    <a:pt x="3734" y="7118"/>
                    <a:pt x="3656" y="7108"/>
                  </a:cubicBezTo>
                  <a:lnTo>
                    <a:pt x="1612" y="6804"/>
                  </a:lnTo>
                  <a:lnTo>
                    <a:pt x="1612" y="6804"/>
                  </a:lnTo>
                  <a:lnTo>
                    <a:pt x="1917" y="4628"/>
                  </a:lnTo>
                  <a:close/>
                  <a:moveTo>
                    <a:pt x="1606" y="0"/>
                  </a:moveTo>
                  <a:cubicBezTo>
                    <a:pt x="1460" y="0"/>
                    <a:pt x="1331" y="53"/>
                    <a:pt x="1219" y="131"/>
                  </a:cubicBezTo>
                  <a:cubicBezTo>
                    <a:pt x="1059" y="262"/>
                    <a:pt x="987" y="407"/>
                    <a:pt x="943" y="610"/>
                  </a:cubicBezTo>
                  <a:lnTo>
                    <a:pt x="44" y="7137"/>
                  </a:lnTo>
                  <a:cubicBezTo>
                    <a:pt x="0" y="7340"/>
                    <a:pt x="58" y="7514"/>
                    <a:pt x="160" y="7659"/>
                  </a:cubicBezTo>
                  <a:cubicBezTo>
                    <a:pt x="290" y="7819"/>
                    <a:pt x="436" y="7891"/>
                    <a:pt x="639" y="7935"/>
                  </a:cubicBezTo>
                  <a:lnTo>
                    <a:pt x="3453" y="8341"/>
                  </a:lnTo>
                  <a:cubicBezTo>
                    <a:pt x="3623" y="8358"/>
                    <a:pt x="3792" y="8365"/>
                    <a:pt x="3965" y="8365"/>
                  </a:cubicBezTo>
                  <a:cubicBezTo>
                    <a:pt x="4088" y="8365"/>
                    <a:pt x="4211" y="8362"/>
                    <a:pt x="4337" y="8356"/>
                  </a:cubicBezTo>
                  <a:cubicBezTo>
                    <a:pt x="4642" y="8341"/>
                    <a:pt x="4932" y="8268"/>
                    <a:pt x="5222" y="8123"/>
                  </a:cubicBezTo>
                  <a:cubicBezTo>
                    <a:pt x="5512" y="7993"/>
                    <a:pt x="5773" y="7775"/>
                    <a:pt x="5962" y="7485"/>
                  </a:cubicBezTo>
                  <a:cubicBezTo>
                    <a:pt x="6180" y="7195"/>
                    <a:pt x="6310" y="6789"/>
                    <a:pt x="6383" y="6310"/>
                  </a:cubicBezTo>
                  <a:cubicBezTo>
                    <a:pt x="6441" y="5875"/>
                    <a:pt x="6397" y="5469"/>
                    <a:pt x="6252" y="5164"/>
                  </a:cubicBezTo>
                  <a:cubicBezTo>
                    <a:pt x="6107" y="4831"/>
                    <a:pt x="5918" y="4584"/>
                    <a:pt x="5657" y="4381"/>
                  </a:cubicBezTo>
                  <a:cubicBezTo>
                    <a:pt x="5551" y="4302"/>
                    <a:pt x="5446" y="4232"/>
                    <a:pt x="5341" y="4170"/>
                  </a:cubicBezTo>
                  <a:lnTo>
                    <a:pt x="5341" y="4170"/>
                  </a:lnTo>
                  <a:cubicBezTo>
                    <a:pt x="5646" y="4066"/>
                    <a:pt x="5885" y="3905"/>
                    <a:pt x="6078" y="3699"/>
                  </a:cubicBezTo>
                  <a:cubicBezTo>
                    <a:pt x="6296" y="3453"/>
                    <a:pt x="6426" y="3163"/>
                    <a:pt x="6484" y="2800"/>
                  </a:cubicBezTo>
                  <a:cubicBezTo>
                    <a:pt x="6571" y="2133"/>
                    <a:pt x="6455" y="1611"/>
                    <a:pt x="6151" y="1234"/>
                  </a:cubicBezTo>
                  <a:cubicBezTo>
                    <a:pt x="5846" y="842"/>
                    <a:pt x="5338" y="610"/>
                    <a:pt x="4613" y="508"/>
                  </a:cubicBezTo>
                  <a:lnTo>
                    <a:pt x="1741" y="15"/>
                  </a:lnTo>
                  <a:cubicBezTo>
                    <a:pt x="1694" y="5"/>
                    <a:pt x="1649" y="0"/>
                    <a:pt x="1606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6" name="Google Shape;646;p24"/>
            <p:cNvSpPr/>
            <p:nvPr/>
          </p:nvSpPr>
          <p:spPr>
            <a:xfrm>
              <a:off x="3396600" y="4060125"/>
              <a:ext cx="175900" cy="210225"/>
            </a:xfrm>
            <a:custGeom>
              <a:avLst/>
              <a:gdLst/>
              <a:ahLst/>
              <a:cxnLst/>
              <a:rect l="l" t="t" r="r" b="b"/>
              <a:pathLst>
                <a:path w="7036" h="8409" extrusionOk="0">
                  <a:moveTo>
                    <a:pt x="4228" y="2256"/>
                  </a:moveTo>
                  <a:lnTo>
                    <a:pt x="4985" y="5048"/>
                  </a:lnTo>
                  <a:lnTo>
                    <a:pt x="4985" y="5048"/>
                  </a:lnTo>
                  <a:lnTo>
                    <a:pt x="2736" y="4727"/>
                  </a:lnTo>
                  <a:lnTo>
                    <a:pt x="2736" y="4727"/>
                  </a:lnTo>
                  <a:lnTo>
                    <a:pt x="4228" y="2256"/>
                  </a:lnTo>
                  <a:close/>
                  <a:moveTo>
                    <a:pt x="4396" y="0"/>
                  </a:moveTo>
                  <a:cubicBezTo>
                    <a:pt x="4318" y="0"/>
                    <a:pt x="4243" y="18"/>
                    <a:pt x="4178" y="59"/>
                  </a:cubicBezTo>
                  <a:cubicBezTo>
                    <a:pt x="4033" y="117"/>
                    <a:pt x="3917" y="233"/>
                    <a:pt x="3844" y="378"/>
                  </a:cubicBezTo>
                  <a:lnTo>
                    <a:pt x="87" y="6717"/>
                  </a:lnTo>
                  <a:cubicBezTo>
                    <a:pt x="58" y="6789"/>
                    <a:pt x="44" y="6862"/>
                    <a:pt x="15" y="6934"/>
                  </a:cubicBezTo>
                  <a:cubicBezTo>
                    <a:pt x="0" y="7094"/>
                    <a:pt x="15" y="7239"/>
                    <a:pt x="116" y="7370"/>
                  </a:cubicBezTo>
                  <a:cubicBezTo>
                    <a:pt x="203" y="7500"/>
                    <a:pt x="348" y="7573"/>
                    <a:pt x="551" y="7602"/>
                  </a:cubicBezTo>
                  <a:cubicBezTo>
                    <a:pt x="589" y="7609"/>
                    <a:pt x="623" y="7613"/>
                    <a:pt x="656" y="7613"/>
                  </a:cubicBezTo>
                  <a:cubicBezTo>
                    <a:pt x="751" y="7613"/>
                    <a:pt x="832" y="7583"/>
                    <a:pt x="929" y="7529"/>
                  </a:cubicBezTo>
                  <a:cubicBezTo>
                    <a:pt x="1059" y="7486"/>
                    <a:pt x="1146" y="7370"/>
                    <a:pt x="1219" y="7239"/>
                  </a:cubicBezTo>
                  <a:lnTo>
                    <a:pt x="1996" y="5952"/>
                  </a:lnTo>
                  <a:lnTo>
                    <a:pt x="1996" y="5952"/>
                  </a:lnTo>
                  <a:lnTo>
                    <a:pt x="5356" y="6416"/>
                  </a:lnTo>
                  <a:lnTo>
                    <a:pt x="5356" y="6416"/>
                  </a:lnTo>
                  <a:lnTo>
                    <a:pt x="5744" y="7848"/>
                  </a:lnTo>
                  <a:cubicBezTo>
                    <a:pt x="5788" y="8008"/>
                    <a:pt x="5860" y="8138"/>
                    <a:pt x="5947" y="8225"/>
                  </a:cubicBezTo>
                  <a:cubicBezTo>
                    <a:pt x="6034" y="8327"/>
                    <a:pt x="6165" y="8385"/>
                    <a:pt x="6295" y="8400"/>
                  </a:cubicBezTo>
                  <a:cubicBezTo>
                    <a:pt x="6325" y="8405"/>
                    <a:pt x="6355" y="8408"/>
                    <a:pt x="6386" y="8408"/>
                  </a:cubicBezTo>
                  <a:cubicBezTo>
                    <a:pt x="6505" y="8408"/>
                    <a:pt x="6630" y="8364"/>
                    <a:pt x="6745" y="8283"/>
                  </a:cubicBezTo>
                  <a:cubicBezTo>
                    <a:pt x="6905" y="8182"/>
                    <a:pt x="6977" y="8022"/>
                    <a:pt x="7021" y="7819"/>
                  </a:cubicBezTo>
                  <a:cubicBezTo>
                    <a:pt x="7035" y="7747"/>
                    <a:pt x="7021" y="7660"/>
                    <a:pt x="7006" y="7558"/>
                  </a:cubicBezTo>
                  <a:lnTo>
                    <a:pt x="5150" y="552"/>
                  </a:lnTo>
                  <a:cubicBezTo>
                    <a:pt x="5135" y="407"/>
                    <a:pt x="5062" y="277"/>
                    <a:pt x="4946" y="190"/>
                  </a:cubicBezTo>
                  <a:cubicBezTo>
                    <a:pt x="4845" y="103"/>
                    <a:pt x="4714" y="45"/>
                    <a:pt x="4584" y="30"/>
                  </a:cubicBezTo>
                  <a:cubicBezTo>
                    <a:pt x="4521" y="11"/>
                    <a:pt x="4457" y="0"/>
                    <a:pt x="4396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7" name="Google Shape;647;p24"/>
            <p:cNvSpPr/>
            <p:nvPr/>
          </p:nvSpPr>
          <p:spPr>
            <a:xfrm>
              <a:off x="3594575" y="4086025"/>
              <a:ext cx="174100" cy="205500"/>
            </a:xfrm>
            <a:custGeom>
              <a:avLst/>
              <a:gdLst/>
              <a:ahLst/>
              <a:cxnLst/>
              <a:rect l="l" t="t" r="r" b="b"/>
              <a:pathLst>
                <a:path w="6964" h="8220" extrusionOk="0">
                  <a:moveTo>
                    <a:pt x="4177" y="0"/>
                  </a:moveTo>
                  <a:cubicBezTo>
                    <a:pt x="3812" y="0"/>
                    <a:pt x="3460" y="45"/>
                    <a:pt x="3120" y="140"/>
                  </a:cubicBezTo>
                  <a:cubicBezTo>
                    <a:pt x="2597" y="285"/>
                    <a:pt x="2133" y="503"/>
                    <a:pt x="1698" y="822"/>
                  </a:cubicBezTo>
                  <a:cubicBezTo>
                    <a:pt x="1263" y="1126"/>
                    <a:pt x="915" y="1532"/>
                    <a:pt x="625" y="1982"/>
                  </a:cubicBezTo>
                  <a:cubicBezTo>
                    <a:pt x="335" y="2461"/>
                    <a:pt x="146" y="2939"/>
                    <a:pt x="74" y="3520"/>
                  </a:cubicBezTo>
                  <a:cubicBezTo>
                    <a:pt x="1" y="4100"/>
                    <a:pt x="45" y="4637"/>
                    <a:pt x="190" y="5159"/>
                  </a:cubicBezTo>
                  <a:cubicBezTo>
                    <a:pt x="335" y="5681"/>
                    <a:pt x="567" y="6160"/>
                    <a:pt x="900" y="6566"/>
                  </a:cubicBezTo>
                  <a:cubicBezTo>
                    <a:pt x="1205" y="6986"/>
                    <a:pt x="1597" y="7349"/>
                    <a:pt x="2075" y="7625"/>
                  </a:cubicBezTo>
                  <a:cubicBezTo>
                    <a:pt x="2539" y="7915"/>
                    <a:pt x="3047" y="8089"/>
                    <a:pt x="3627" y="8161"/>
                  </a:cubicBezTo>
                  <a:cubicBezTo>
                    <a:pt x="3889" y="8202"/>
                    <a:pt x="4141" y="8220"/>
                    <a:pt x="4392" y="8220"/>
                  </a:cubicBezTo>
                  <a:cubicBezTo>
                    <a:pt x="4586" y="8220"/>
                    <a:pt x="4780" y="8209"/>
                    <a:pt x="4976" y="8190"/>
                  </a:cubicBezTo>
                  <a:cubicBezTo>
                    <a:pt x="5397" y="8118"/>
                    <a:pt x="5789" y="8002"/>
                    <a:pt x="6166" y="7842"/>
                  </a:cubicBezTo>
                  <a:cubicBezTo>
                    <a:pt x="6267" y="7799"/>
                    <a:pt x="6354" y="7726"/>
                    <a:pt x="6441" y="7639"/>
                  </a:cubicBezTo>
                  <a:cubicBezTo>
                    <a:pt x="6528" y="7552"/>
                    <a:pt x="6586" y="7422"/>
                    <a:pt x="6601" y="7276"/>
                  </a:cubicBezTo>
                  <a:lnTo>
                    <a:pt x="6949" y="4883"/>
                  </a:lnTo>
                  <a:cubicBezTo>
                    <a:pt x="6963" y="4680"/>
                    <a:pt x="6934" y="4506"/>
                    <a:pt x="6818" y="4361"/>
                  </a:cubicBezTo>
                  <a:cubicBezTo>
                    <a:pt x="6717" y="4201"/>
                    <a:pt x="6572" y="4129"/>
                    <a:pt x="6369" y="4085"/>
                  </a:cubicBezTo>
                  <a:lnTo>
                    <a:pt x="4512" y="3839"/>
                  </a:lnTo>
                  <a:cubicBezTo>
                    <a:pt x="4474" y="3833"/>
                    <a:pt x="4435" y="3830"/>
                    <a:pt x="4397" y="3830"/>
                  </a:cubicBezTo>
                  <a:cubicBezTo>
                    <a:pt x="4248" y="3830"/>
                    <a:pt x="4105" y="3874"/>
                    <a:pt x="3990" y="3955"/>
                  </a:cubicBezTo>
                  <a:cubicBezTo>
                    <a:pt x="3830" y="4071"/>
                    <a:pt x="3758" y="4216"/>
                    <a:pt x="3714" y="4419"/>
                  </a:cubicBezTo>
                  <a:cubicBezTo>
                    <a:pt x="3685" y="4608"/>
                    <a:pt x="3743" y="4782"/>
                    <a:pt x="3845" y="4927"/>
                  </a:cubicBezTo>
                  <a:cubicBezTo>
                    <a:pt x="3975" y="5072"/>
                    <a:pt x="4120" y="5144"/>
                    <a:pt x="4324" y="5173"/>
                  </a:cubicBezTo>
                  <a:lnTo>
                    <a:pt x="5386" y="5334"/>
                  </a:lnTo>
                  <a:lnTo>
                    <a:pt x="5386" y="5334"/>
                  </a:lnTo>
                  <a:lnTo>
                    <a:pt x="5178" y="6782"/>
                  </a:lnTo>
                  <a:lnTo>
                    <a:pt x="5178" y="6782"/>
                  </a:lnTo>
                  <a:cubicBezTo>
                    <a:pt x="5010" y="6822"/>
                    <a:pt x="4814" y="6841"/>
                    <a:pt x="4599" y="6841"/>
                  </a:cubicBezTo>
                  <a:cubicBezTo>
                    <a:pt x="4309" y="6841"/>
                    <a:pt x="4048" y="6841"/>
                    <a:pt x="3830" y="6812"/>
                  </a:cubicBezTo>
                  <a:cubicBezTo>
                    <a:pt x="3337" y="6740"/>
                    <a:pt x="2902" y="6551"/>
                    <a:pt x="2539" y="6247"/>
                  </a:cubicBezTo>
                  <a:cubicBezTo>
                    <a:pt x="2177" y="5942"/>
                    <a:pt x="1901" y="5550"/>
                    <a:pt x="1727" y="5115"/>
                  </a:cubicBezTo>
                  <a:cubicBezTo>
                    <a:pt x="1539" y="4680"/>
                    <a:pt x="1495" y="4216"/>
                    <a:pt x="1568" y="3723"/>
                  </a:cubicBezTo>
                  <a:cubicBezTo>
                    <a:pt x="1640" y="3230"/>
                    <a:pt x="1814" y="2794"/>
                    <a:pt x="2104" y="2417"/>
                  </a:cubicBezTo>
                  <a:cubicBezTo>
                    <a:pt x="2394" y="2040"/>
                    <a:pt x="2757" y="1750"/>
                    <a:pt x="3192" y="1561"/>
                  </a:cubicBezTo>
                  <a:cubicBezTo>
                    <a:pt x="3525" y="1433"/>
                    <a:pt x="3865" y="1360"/>
                    <a:pt x="4220" y="1360"/>
                  </a:cubicBezTo>
                  <a:cubicBezTo>
                    <a:pt x="4344" y="1360"/>
                    <a:pt x="4471" y="1369"/>
                    <a:pt x="4599" y="1387"/>
                  </a:cubicBezTo>
                  <a:cubicBezTo>
                    <a:pt x="4831" y="1416"/>
                    <a:pt x="5049" y="1474"/>
                    <a:pt x="5252" y="1547"/>
                  </a:cubicBezTo>
                  <a:cubicBezTo>
                    <a:pt x="5440" y="1620"/>
                    <a:pt x="5629" y="1707"/>
                    <a:pt x="5803" y="1823"/>
                  </a:cubicBezTo>
                  <a:cubicBezTo>
                    <a:pt x="5861" y="1852"/>
                    <a:pt x="5934" y="1895"/>
                    <a:pt x="5992" y="1910"/>
                  </a:cubicBezTo>
                  <a:cubicBezTo>
                    <a:pt x="6050" y="1953"/>
                    <a:pt x="6122" y="1968"/>
                    <a:pt x="6166" y="1968"/>
                  </a:cubicBezTo>
                  <a:cubicBezTo>
                    <a:pt x="6203" y="1973"/>
                    <a:pt x="6239" y="1976"/>
                    <a:pt x="6273" y="1976"/>
                  </a:cubicBezTo>
                  <a:cubicBezTo>
                    <a:pt x="6416" y="1976"/>
                    <a:pt x="6542" y="1928"/>
                    <a:pt x="6659" y="1823"/>
                  </a:cubicBezTo>
                  <a:cubicBezTo>
                    <a:pt x="6804" y="1692"/>
                    <a:pt x="6891" y="1547"/>
                    <a:pt x="6920" y="1373"/>
                  </a:cubicBezTo>
                  <a:cubicBezTo>
                    <a:pt x="6934" y="1257"/>
                    <a:pt x="6920" y="1155"/>
                    <a:pt x="6876" y="1039"/>
                  </a:cubicBezTo>
                  <a:cubicBezTo>
                    <a:pt x="6847" y="938"/>
                    <a:pt x="6775" y="836"/>
                    <a:pt x="6659" y="764"/>
                  </a:cubicBezTo>
                  <a:cubicBezTo>
                    <a:pt x="6412" y="575"/>
                    <a:pt x="6122" y="430"/>
                    <a:pt x="5789" y="300"/>
                  </a:cubicBezTo>
                  <a:cubicBezTo>
                    <a:pt x="5455" y="169"/>
                    <a:pt x="5121" y="96"/>
                    <a:pt x="4773" y="38"/>
                  </a:cubicBezTo>
                  <a:cubicBezTo>
                    <a:pt x="4571" y="13"/>
                    <a:pt x="4372" y="0"/>
                    <a:pt x="4177" y="0"/>
                  </a:cubicBezTo>
                  <a:close/>
                </a:path>
              </a:pathLst>
            </a:custGeom>
            <a:solidFill>
              <a:srgbClr val="003D1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24089464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96937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27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8654131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5923F103-BC34-4FE4-A40E-EDDEECFDA5D0}" type="datetimeFigureOut">
              <a:rPr lang="en-US" smtClean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27385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537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F34E6425-0181-43F2-84FC-787E803FD2F8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53513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3BDB8791-F1B0-41E7-B7FD-A781E65C4266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94365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5FDD63B2-E120-4ED8-B27B-C685F510A5FE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664530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1296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7C8D7E02-BCB8-4D50-A234-369438C08659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18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952660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35E72C73-2D91-4E12-BA25-F0AA0C03599B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9432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6D93-FCAC-47E0-A2EE-787E62CA814C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05005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CDA879A6-0FD0-4734-A311-86BFCA472E6E}" type="datetimeFigureOut">
              <a:rPr lang="en-US" smtClean="0"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4062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Hammersmith One"/>
              <a:buNone/>
              <a:defRPr sz="3500" b="1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●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○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■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●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○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■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●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 Medium"/>
              <a:buChar char="○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Quicksand Medium"/>
              <a:buChar char="■"/>
              <a:defRPr>
                <a:solidFill>
                  <a:schemeClr val="dk1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465730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25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25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73555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9/29/2026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51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microsoft.com/office/2007/relationships/hdphoto" Target="../media/hdphoto1.wdp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07/relationships/hdphoto" Target="../media/hdphoto1.wdp"/><Relationship Id="rId7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2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29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microsoft.com/office/2007/relationships/hdphoto" Target="../media/hdphoto2.wdp"/><Relationship Id="rId7" Type="http://schemas.openxmlformats.org/officeDocument/2006/relationships/image" Target="../media/image3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microsoft.com/office/2007/relationships/hdphoto" Target="../media/hdphoto2.wdp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49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7" Type="http://schemas.openxmlformats.org/officeDocument/2006/relationships/image" Target="../media/image5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8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microsoft.com/office/2007/relationships/hdphoto" Target="../media/hdphoto1.wdp"/><Relationship Id="rId7" Type="http://schemas.openxmlformats.org/officeDocument/2006/relationships/image" Target="../media/image6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5" Type="http://schemas.openxmlformats.org/officeDocument/2006/relationships/image" Target="../media/image60.png"/><Relationship Id="rId10" Type="http://schemas.openxmlformats.org/officeDocument/2006/relationships/image" Target="../media/image65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microsoft.com/office/2007/relationships/hdphoto" Target="../media/hdphoto1.wdp"/><Relationship Id="rId7" Type="http://schemas.openxmlformats.org/officeDocument/2006/relationships/image" Target="../media/image17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6.png"/><Relationship Id="rId11" Type="http://schemas.openxmlformats.org/officeDocument/2006/relationships/image" Target="../media/image70.png"/><Relationship Id="rId5" Type="http://schemas.openxmlformats.org/officeDocument/2006/relationships/image" Target="../media/image15.png"/><Relationship Id="rId10" Type="http://schemas.openxmlformats.org/officeDocument/2006/relationships/image" Target="../media/image69.png"/><Relationship Id="rId4" Type="http://schemas.openxmlformats.org/officeDocument/2006/relationships/image" Target="../media/image14.png"/><Relationship Id="rId9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microsoft.com/office/2007/relationships/hdphoto" Target="../media/hdphoto1.wdp"/><Relationship Id="rId7" Type="http://schemas.openxmlformats.org/officeDocument/2006/relationships/image" Target="../media/image7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71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78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80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79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2.xml"/><Relationship Id="rId4" Type="http://schemas.microsoft.com/office/2007/relationships/hdphoto" Target="../media/hdphoto4.wdp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microsoft.com/office/2007/relationships/hdphoto" Target="../media/hdphoto1.wdp"/><Relationship Id="rId7" Type="http://schemas.openxmlformats.org/officeDocument/2006/relationships/image" Target="../media/image8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9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microsoft.com/office/2007/relationships/hdphoto" Target="../media/hdphoto1.wdp"/><Relationship Id="rId7" Type="http://schemas.openxmlformats.org/officeDocument/2006/relationships/image" Target="../media/image9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microsoft.com/office/2007/relationships/hdphoto" Target="../media/hdphoto1.wdp"/><Relationship Id="rId7" Type="http://schemas.openxmlformats.org/officeDocument/2006/relationships/image" Target="../media/image9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10" Type="http://schemas.openxmlformats.org/officeDocument/2006/relationships/image" Target="../media/image100.png"/><Relationship Id="rId4" Type="http://schemas.openxmlformats.org/officeDocument/2006/relationships/image" Target="../media/image59.png"/><Relationship Id="rId9" Type="http://schemas.openxmlformats.org/officeDocument/2006/relationships/image" Target="../media/image9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microsoft.com/office/2007/relationships/hdphoto" Target="../media/hdphoto1.wdp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0" Type="http://schemas.openxmlformats.org/officeDocument/2006/relationships/image" Target="../media/image107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1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09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1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13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microsoft.com/office/2007/relationships/hdphoto" Target="../media/hdphoto1.wdp"/><Relationship Id="rId7" Type="http://schemas.openxmlformats.org/officeDocument/2006/relationships/image" Target="../media/image119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10" Type="http://schemas.openxmlformats.org/officeDocument/2006/relationships/image" Target="../media/image122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microsoft.com/office/2007/relationships/hdphoto" Target="../media/hdphoto1.wdp"/><Relationship Id="rId7" Type="http://schemas.openxmlformats.org/officeDocument/2006/relationships/image" Target="../media/image90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89.png"/><Relationship Id="rId11" Type="http://schemas.openxmlformats.org/officeDocument/2006/relationships/image" Target="../media/image126.png"/><Relationship Id="rId5" Type="http://schemas.openxmlformats.org/officeDocument/2006/relationships/image" Target="../media/image88.png"/><Relationship Id="rId10" Type="http://schemas.openxmlformats.org/officeDocument/2006/relationships/image" Target="../media/image125.png"/><Relationship Id="rId4" Type="http://schemas.openxmlformats.org/officeDocument/2006/relationships/image" Target="../media/image87.png"/><Relationship Id="rId9" Type="http://schemas.openxmlformats.org/officeDocument/2006/relationships/image" Target="../media/image124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29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6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microsoft.com/office/2007/relationships/hdphoto" Target="../media/hdphoto1.wdp"/><Relationship Id="rId7" Type="http://schemas.openxmlformats.org/officeDocument/2006/relationships/image" Target="../media/image133.png"/><Relationship Id="rId12" Type="http://schemas.openxmlformats.org/officeDocument/2006/relationships/image" Target="../media/image138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32.png"/><Relationship Id="rId11" Type="http://schemas.openxmlformats.org/officeDocument/2006/relationships/image" Target="../media/image137.png"/><Relationship Id="rId5" Type="http://schemas.openxmlformats.org/officeDocument/2006/relationships/image" Target="../media/image131.png"/><Relationship Id="rId10" Type="http://schemas.openxmlformats.org/officeDocument/2006/relationships/image" Target="../media/image136.png"/><Relationship Id="rId4" Type="http://schemas.openxmlformats.org/officeDocument/2006/relationships/image" Target="../media/image130.png"/><Relationship Id="rId9" Type="http://schemas.openxmlformats.org/officeDocument/2006/relationships/image" Target="../media/image135.png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139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3" Type="http://schemas.microsoft.com/office/2007/relationships/hdphoto" Target="../media/hdphoto1.wdp"/><Relationship Id="rId7" Type="http://schemas.openxmlformats.org/officeDocument/2006/relationships/image" Target="../media/image1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96.png"/><Relationship Id="rId5" Type="http://schemas.openxmlformats.org/officeDocument/2006/relationships/image" Target="../media/image140.png"/><Relationship Id="rId10" Type="http://schemas.openxmlformats.org/officeDocument/2006/relationships/image" Target="../media/image144.png"/><Relationship Id="rId4" Type="http://schemas.openxmlformats.org/officeDocument/2006/relationships/image" Target="../media/image59.png"/><Relationship Id="rId9" Type="http://schemas.openxmlformats.org/officeDocument/2006/relationships/image" Target="../media/image1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2.xml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15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51.png"/><Relationship Id="rId7" Type="http://schemas.openxmlformats.org/officeDocument/2006/relationships/image" Target="../media/image155.png"/><Relationship Id="rId12" Type="http://schemas.openxmlformats.org/officeDocument/2006/relationships/image" Target="../media/image160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54.png"/><Relationship Id="rId11" Type="http://schemas.openxmlformats.org/officeDocument/2006/relationships/image" Target="../media/image159.png"/><Relationship Id="rId5" Type="http://schemas.openxmlformats.org/officeDocument/2006/relationships/image" Target="../media/image153.png"/><Relationship Id="rId10" Type="http://schemas.openxmlformats.org/officeDocument/2006/relationships/image" Target="../media/image158.png"/><Relationship Id="rId4" Type="http://schemas.openxmlformats.org/officeDocument/2006/relationships/image" Target="../media/image152.png"/><Relationship Id="rId9" Type="http://schemas.openxmlformats.org/officeDocument/2006/relationships/image" Target="../media/image15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7.png"/><Relationship Id="rId3" Type="http://schemas.openxmlformats.org/officeDocument/2006/relationships/image" Target="../media/image162.png"/><Relationship Id="rId7" Type="http://schemas.openxmlformats.org/officeDocument/2006/relationships/image" Target="../media/image166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65.png"/><Relationship Id="rId5" Type="http://schemas.openxmlformats.org/officeDocument/2006/relationships/image" Target="../media/image164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172.png"/><Relationship Id="rId5" Type="http://schemas.openxmlformats.org/officeDocument/2006/relationships/image" Target="../media/image17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7" Type="http://schemas.openxmlformats.org/officeDocument/2006/relationships/image" Target="../media/image7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53.png"/><Relationship Id="rId5" Type="http://schemas.openxmlformats.org/officeDocument/2006/relationships/image" Target="../media/image179.png"/><Relationship Id="rId4" Type="http://schemas.openxmlformats.org/officeDocument/2006/relationships/image" Target="../media/image178.png"/></Relationships>
</file>

<file path=ppt/slides/_rels/slide40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879" y="14112"/>
            <a:ext cx="12192000" cy="682977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1649908"/>
            <a:ext cx="5143500" cy="409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00375" y="2288083"/>
            <a:ext cx="9991248" cy="140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520"/>
              </a:lnSpc>
            </a:pPr>
            <a:r>
              <a:rPr sz="4800" b="0" i="0" u="none" dirty="0">
                <a:solidFill>
                  <a:srgbClr val="FFFFFF"/>
                </a:solidFill>
                <a:latin typeface="Outfit ExtraBold"/>
              </a:rPr>
              <a:t>Environmental Impact Assessment</a:t>
            </a:r>
            <a:r>
              <a:rPr dirty="0"/>
              <a:t>
</a:t>
            </a:r>
            <a:r>
              <a:rPr sz="4800" b="0" i="0" u="none" dirty="0">
                <a:solidFill>
                  <a:srgbClr val="6EE7B7"/>
                </a:solidFill>
                <a:latin typeface="Outfit ExtraBold"/>
              </a:rPr>
              <a:t>&amp; Green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99594"/>
            <a:ext cx="10001250" cy="7465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sz="2100" b="0" i="0" u="none" dirty="0">
                <a:solidFill>
                  <a:srgbClr val="E2E8F0"/>
                </a:solidFill>
                <a:latin typeface="Plus Jakarta Sans Medium"/>
              </a:rPr>
              <a:t>Principles, Systematic Process and Strategic Importance for Resilient, Sustainable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6437" y="4931866"/>
            <a:ext cx="8239125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0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Plus Jakarta Sans SemiBold"/>
              </a:rPr>
              <a:t>Presented by </a:t>
            </a:r>
            <a:r>
              <a:rPr lang="en-US" sz="5400" b="0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Plus Jakarta Sans SemiBold"/>
              </a:rPr>
              <a:t>Group 12</a:t>
            </a:r>
            <a:r>
              <a:rPr sz="5400" b="0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Plus Jakarta Sans SemiBold"/>
              </a:rPr>
              <a:t> </a:t>
            </a:r>
            <a:endParaRPr lang="en-US" sz="5400" dirty="0">
              <a:solidFill>
                <a:schemeClr val="accent3">
                  <a:lumMod val="40000"/>
                  <a:lumOff val="60000"/>
                </a:schemeClr>
              </a:solidFill>
              <a:latin typeface="Plus Jakarta Sa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698426"/>
            <a:ext cx="11125200" cy="12218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3400" y="3110805"/>
            <a:ext cx="1165860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Primary Purposes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625" y="1936551"/>
            <a:ext cx="10572750" cy="745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936"/>
              </a:lnSpc>
            </a:pPr>
            <a:r>
              <a:rPr sz="2025" b="0" i="0" u="none">
                <a:solidFill>
                  <a:srgbClr val="064E3B"/>
                </a:solidFill>
                <a:latin typeface="Plus Jakarta Sans Medium"/>
              </a:rPr>
              <a:t>A systematic, proactive process used to identify, predict, evaluate, and manage environmental impacts of a proposed project before decisions are made.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3577530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10880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Early Identification: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Identify potential environmental impacts early in design.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3577530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400" y="4306639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439989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Degradation Prevention: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Predict consequences and prevent irreversible degradation.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4306639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33400" y="5035748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5169098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Compliance &amp; Balance: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Support long-term sustainable equilibrium and compliance.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5035748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3744217"/>
            <a:ext cx="247650" cy="2571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4473326"/>
            <a:ext cx="247650" cy="2571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5202435"/>
            <a:ext cx="314325" cy="25717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349321" y="385466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3717"/>
              </a:lnSpc>
            </a:pPr>
            <a:r>
              <a:rPr lang="en-US"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                           </a:t>
            </a: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What is EIA?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2879" y="16373"/>
            <a:ext cx="12192000" cy="682525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252" y="1054710"/>
            <a:ext cx="3115633" cy="578352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642" y="1051321"/>
            <a:ext cx="3014216" cy="5783528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5558" y="1844278"/>
            <a:ext cx="3609975" cy="200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1100" y="1129158"/>
            <a:ext cx="2174646" cy="595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343"/>
              </a:lnSpc>
            </a:pPr>
            <a:r>
              <a:rPr sz="1875" b="1" i="0" u="none">
                <a:solidFill>
                  <a:srgbClr val="B91C1C"/>
                </a:solidFill>
                <a:latin typeface="Outfit"/>
              </a:rPr>
              <a:t>Unchecked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6617" y="1129158"/>
            <a:ext cx="2174803" cy="595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343"/>
              </a:lnSpc>
            </a:pPr>
            <a:r>
              <a:rPr sz="1875" b="1" i="0" u="none">
                <a:solidFill>
                  <a:srgbClr val="047857"/>
                </a:solidFill>
                <a:latin typeface="Outfit"/>
              </a:rPr>
              <a:t>Sustainable Equilibrium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" y="1307752"/>
            <a:ext cx="238125" cy="2381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7750" y="1867413"/>
            <a:ext cx="2156817" cy="1316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 dirty="0">
                <a:solidFill>
                  <a:srgbClr val="1E293B"/>
                </a:solidFill>
                <a:latin typeface="Plus Jakarta Sans"/>
              </a:rPr>
              <a:t>Resource Depletion:</a:t>
            </a:r>
            <a:r>
              <a:rPr sz="1800" b="0" i="0" u="none" dirty="0">
                <a:solidFill>
                  <a:srgbClr val="1E293B"/>
                </a:solidFill>
                <a:latin typeface="Plus Jakarta Sans"/>
              </a:rPr>
              <a:t> Air, soil &amp; water contamination.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3288357"/>
            <a:ext cx="2156817" cy="1316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Habitat Loss: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Deforestation &amp; biome fragmentation.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375" y="4639943"/>
            <a:ext cx="2156817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Biodiversity Collapse: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Extinction risks.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5514542"/>
            <a:ext cx="2156817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 dirty="0">
                <a:solidFill>
                  <a:srgbClr val="1E293B"/>
                </a:solidFill>
                <a:latin typeface="Plus Jakarta Sans"/>
              </a:rPr>
              <a:t>Social Disruption:</a:t>
            </a:r>
            <a:r>
              <a:rPr sz="1800" b="0" i="0" u="none" dirty="0">
                <a:solidFill>
                  <a:srgbClr val="1E293B"/>
                </a:solidFill>
                <a:latin typeface="Plus Jakarta Sans"/>
              </a:rPr>
              <a:t> Community displacement.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4192" y="1307752"/>
            <a:ext cx="238125" cy="2381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80892" y="1857821"/>
            <a:ext cx="2156966" cy="1316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Natural Capital: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Preserves ecosystems while growing economy.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0892" y="3288357"/>
            <a:ext cx="2156966" cy="1316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Future Generations: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Inter-generational equity.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0892" y="4718893"/>
            <a:ext cx="2156966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 dirty="0">
                <a:solidFill>
                  <a:srgbClr val="1E293B"/>
                </a:solidFill>
                <a:latin typeface="Plus Jakarta Sans"/>
              </a:rPr>
              <a:t>Safeguards:</a:t>
            </a:r>
            <a:r>
              <a:rPr sz="1800" b="0" i="0" u="none" dirty="0">
                <a:solidFill>
                  <a:srgbClr val="1E293B"/>
                </a:solidFill>
                <a:latin typeface="Plus Jakarta Sans"/>
              </a:rPr>
              <a:t> Ambient health protections.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1838771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326930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826" y="4699843"/>
            <a:ext cx="140094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 dirty="0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825" y="5801320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 dirty="0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1342" y="1838771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1342" y="326930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1342" y="4699843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1245" y="306458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Introduction to EIA Framework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1BD0C5D-CA06-9C56-C255-5A851A39396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2302" y="1236535"/>
            <a:ext cx="5516819" cy="3903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  <a:ln>
            <a:solidFill>
              <a:schemeClr val="accent3"/>
            </a:solidFill>
          </a:ln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563290"/>
            <a:ext cx="5429250" cy="196825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563290"/>
            <a:ext cx="5429250" cy="196825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3798242"/>
            <a:ext cx="5429250" cy="196825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350" y="3798242"/>
            <a:ext cx="5429250" cy="19682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09675" y="182046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Predict Impacts 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" y="2287190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Anticipate biophysical and socio-economic hazards prior to committing major capital expenditure.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5625" y="182046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Mitigate 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4625" y="2287190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Formulate and mandate technical countermeasures to avoid, reduce, and offset negative outcomes.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9675" y="4055417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Evaluate Alternatives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4522142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Compare locations, cleaner technologies, and engineering designs to select the greenest path.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2300" y="4055417"/>
            <a:ext cx="4610576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Public Participation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4625" y="4522142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Provide a transparent platform for affected communities and local stakeholders to voice concerns.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675" y="1853803"/>
            <a:ext cx="2667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625" y="1853803"/>
            <a:ext cx="266700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8675" y="4088755"/>
            <a:ext cx="266700" cy="2667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24625" y="4088755"/>
            <a:ext cx="333375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16747" y="273398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3717"/>
              </a:lnSpc>
            </a:pPr>
            <a:r>
              <a:rPr lang="en-US"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              </a:t>
            </a: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Why is EIA Needed?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33400" y="1615231"/>
            <a:ext cx="11125200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1748581"/>
            <a:ext cx="1030605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Precautionary Principle: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Lack of full scientific certainty must never justify postponing measures that prevent environmental degradation.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1615231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3400" y="2673399"/>
            <a:ext cx="11125200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806749"/>
            <a:ext cx="1030605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Sustainable Development: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Satisfy present socio-economic needs without compromising the ecological resilience of future generations.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2673399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400" y="3731567"/>
            <a:ext cx="11125200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864917"/>
            <a:ext cx="1030605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Polluter Pays Principle: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The enterprise causing pollution is legally and financially responsible for remediating damage and managing waste.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731567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33400" y="4789735"/>
            <a:ext cx="11125200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4923085"/>
            <a:ext cx="1030605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Transparency: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Decisions, baseline surveys, and environmental data must be publicly accessible, verifiable, and open to audit.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4789735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1781919"/>
            <a:ext cx="247650" cy="2571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840087"/>
            <a:ext cx="247650" cy="2571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898255"/>
            <a:ext cx="276225" cy="2571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4956423"/>
            <a:ext cx="276225" cy="2571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53047" y="476082"/>
            <a:ext cx="11560935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Major Objectives of EIA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243310"/>
            <a:ext cx="5429250" cy="484316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243310"/>
            <a:ext cx="5429250" cy="4843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47775" y="1500485"/>
            <a:ext cx="4640580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Stages 01 to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8950" y="1500485"/>
            <a:ext cx="4750593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Stages 06 to 10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1533822"/>
            <a:ext cx="3048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1967210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01. Screening: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Determines if EIA is legally mandated.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739628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02. Scoping: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Establishes spatial boundaries and Terms of Reference.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512046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03. Baseline Study: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Comprehensive field audit across all media.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4284464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04. Impact Prediction: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Modeling future pollution dispersion.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5056882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05. Alternatives: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Evaluating locations and the 'no-project' option.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533822"/>
            <a:ext cx="200025" cy="266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91325" y="1967210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06. Mitigation: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Structured environmental hierarchy (Avoid, Reduce).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1325" y="2739628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07. EIA Report: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Formal submission of comprehensive dossier.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325" y="3512046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08. Consultation: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Public hearing with local stakeholders.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1325" y="4284464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09. Decision Making: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Statutory clearance or project rejection.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1325" y="5056882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10. Monitoring: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Post-commissioning surveillance and audits.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1948160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272057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825" y="3492996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825" y="426541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825" y="5037832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1775" y="1948160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272057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1775" y="3492996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26541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1775" y="5037832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8025" y="224304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EIA 10-Step Process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243310"/>
            <a:ext cx="5429250" cy="484316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243310"/>
            <a:ext cx="5429250" cy="4843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09675" y="150048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Evaluation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1967210"/>
            <a:ext cx="48387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Screening dictates whether an EIA is required based on key parameters: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5625" y="150048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Statutory Categorization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1533822"/>
            <a:ext cx="266700" cy="266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5375" y="2739628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Project Scale: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Physical footprint, output volume, resource demand.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512046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Location: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Proximity to wetlands, wildlife biomes, and cities.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4284464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Activity Type: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Chemical processing vs light assembly.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5056882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Sensitivity: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Vulnerability of local aquifers and soil.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533822"/>
            <a:ext cx="266700" cy="266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91325" y="1967210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Category A — Mandatory Full EIA: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Thermal power plants, mega-dams, refineries, and major mining operations.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1325" y="3068687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Category B — Targeted Review: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Medium industrial units or regional highways requiring specific EMPs.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325" y="4170164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Category C — Exempt: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Projects with negligible biophysical footprint.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272057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3492996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426541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5037832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1948160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1775" y="304963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415111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375" y="3157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Step 1: Project Screening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199554"/>
            <a:ext cx="11125200" cy="16799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8675" y="1456729"/>
            <a:ext cx="11061382" cy="333375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Defining Project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8675" y="1904404"/>
            <a:ext cx="10534650" cy="717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27"/>
              </a:lnSpc>
            </a:pPr>
            <a:r>
              <a:rPr sz="1950" b="0" i="0" u="none">
                <a:solidFill>
                  <a:srgbClr val="1E293B"/>
                </a:solidFill>
                <a:latin typeface="Plus Jakarta Sans"/>
              </a:rPr>
              <a:t>Scoping establishes the Terms of Reference (ToR) and outlines the depth of inquiry required for technical field surveys.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3089076"/>
            <a:ext cx="11125200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222426"/>
            <a:ext cx="1030605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Geographical &amp; Ecological Limits: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Delineates affected drainage basins, airsheds, and sensitive ecological zones.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3089076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400" y="4147244"/>
            <a:ext cx="11125200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280594"/>
            <a:ext cx="1030605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Stakeholder Networks: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Identifies directly affected communities and sets public participation channels.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4147244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33400" y="5205412"/>
            <a:ext cx="11125200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5338762"/>
            <a:ext cx="1030605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Focused Capital Allocation: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Ensures consulting budgets and technical studies focus strictly on critical ecological risks.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5205412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1043433"/>
            <a:ext cx="247650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255764"/>
            <a:ext cx="276225" cy="2571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4313932"/>
            <a:ext cx="314325" cy="2571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050" y="5372100"/>
            <a:ext cx="247650" cy="2571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lang="en-US" sz="3150" b="1" i="0" u="none" dirty="0">
                <a:solidFill>
                  <a:srgbClr val="064E3B"/>
                </a:solidFill>
                <a:latin typeface="Outfit"/>
              </a:rPr>
              <a:t>                             </a:t>
            </a: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Step 2: Project Scoping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32746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732805"/>
            <a:ext cx="5429250" cy="11864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732805"/>
            <a:ext cx="5429250" cy="11864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418" y="3040411"/>
            <a:ext cx="5429250" cy="118645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350" y="3071663"/>
            <a:ext cx="5429250" cy="118645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410521"/>
            <a:ext cx="5429250" cy="1186457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9350" y="4410521"/>
            <a:ext cx="5429250" cy="11864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1525" y="1875680"/>
            <a:ext cx="1381125" cy="276225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00000"/>
                </a:solidFill>
                <a:latin typeface="Plus Jakarta Sans"/>
              </a:rPr>
              <a:t>Biological: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7475" y="1875680"/>
            <a:ext cx="933450" cy="276225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00000"/>
                </a:solidFill>
                <a:latin typeface="Plus Jakarta Sans"/>
              </a:rPr>
              <a:t>Water: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741" y="3152775"/>
            <a:ext cx="638175" cy="276225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 dirty="0">
                <a:solidFill>
                  <a:srgbClr val="000000"/>
                </a:solidFill>
                <a:latin typeface="Plus Jakarta Sans"/>
              </a:rPr>
              <a:t>Air: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7475" y="3214538"/>
            <a:ext cx="1504950" cy="276225"/>
          </a:xfrm>
          <a:prstGeom prst="rect">
            <a:avLst/>
          </a:prstGeom>
          <a:noFill/>
        </p:spPr>
        <p:txBody>
          <a:bodyPr wrap="square" lIns="219075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00000"/>
                </a:solidFill>
                <a:latin typeface="Plus Jakarta Sans"/>
              </a:rPr>
              <a:t>Land &amp; Soil: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512" y="4504536"/>
            <a:ext cx="1009650" cy="276225"/>
          </a:xfrm>
          <a:prstGeom prst="rect">
            <a:avLst/>
          </a:prstGeom>
          <a:noFill/>
        </p:spPr>
        <p:txBody>
          <a:bodyPr wrap="square" lIns="276225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 dirty="0">
                <a:solidFill>
                  <a:srgbClr val="000000"/>
                </a:solidFill>
                <a:latin typeface="Plus Jakarta Sans"/>
              </a:rPr>
              <a:t>Noise: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8437" y="4553396"/>
            <a:ext cx="2228850" cy="276225"/>
          </a:xfrm>
          <a:prstGeom prst="rect">
            <a:avLst/>
          </a:prstGeom>
          <a:noFill/>
        </p:spPr>
        <p:txBody>
          <a:bodyPr wrap="square" lIns="276225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 dirty="0">
                <a:solidFill>
                  <a:srgbClr val="000000"/>
                </a:solidFill>
                <a:latin typeface="Plus Jakarta Sans"/>
              </a:rPr>
              <a:t>Socio-Economic: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525" y="1913780"/>
            <a:ext cx="190500" cy="2190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7475" y="1913780"/>
            <a:ext cx="161925" cy="2190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412" y="3195555"/>
            <a:ext cx="219075" cy="2190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475" y="3252638"/>
            <a:ext cx="219075" cy="2190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412" y="4553396"/>
            <a:ext cx="276225" cy="2190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2894" y="4635250"/>
            <a:ext cx="276225" cy="2190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114675" y="460251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Step 3: Baseline Studies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-1" y="0"/>
            <a:ext cx="12192000" cy="682525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33400" y="1299864"/>
            <a:ext cx="11125200" cy="4730055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400" y="1299864"/>
          <a:ext cx="11125198" cy="4730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1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3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60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8342">
                <a:tc>
                  <a:txBody>
                    <a:bodyPr/>
                    <a:lstStyle/>
                    <a:p>
                      <a:pPr algn="l"/>
                      <a:r>
                        <a:rPr sz="1725" b="0" i="0" u="none">
                          <a:solidFill>
                            <a:srgbClr val="FFFFFF"/>
                          </a:solidFill>
                          <a:latin typeface="Outfit SemiBold"/>
                        </a:rPr>
                        <a:t>Project Activity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 i="0" u="none">
                          <a:solidFill>
                            <a:srgbClr val="FFFFFF"/>
                          </a:solidFill>
                          <a:latin typeface="Outfit SemiBold"/>
                        </a:rPr>
                        <a:t>Potential Environmental Impact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 i="0" u="none">
                          <a:solidFill>
                            <a:srgbClr val="FFFFFF"/>
                          </a:solidFill>
                          <a:latin typeface="Outfit SemiBold"/>
                        </a:rPr>
                        <a:t>Impact Classification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 i="0" u="none">
                          <a:solidFill>
                            <a:srgbClr val="FFFFFF"/>
                          </a:solidFill>
                          <a:latin typeface="Outfit SemiBold"/>
                        </a:rPr>
                        <a:t>Nature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64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8342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Site Clearing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Topsoil stripping, sediment runoff into creeks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Short-Term, Local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Negative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8342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Excavation &amp; Hauling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Elevated fugitive dust (PM10) &amp; machinery noise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Direct, Reversible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Negative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342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Industrial Processing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Stack gaseous emissions &amp; wastewater effluent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Long-Term, Regional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Negative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8342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Plant Footprint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Loss of native flora and wildlife habitats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Irreversible, Direct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Negative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8345">
                <a:tc>
                  <a:txBody>
                    <a:bodyPr/>
                    <a:lstStyle/>
                    <a:p>
                      <a:pPr algn="l"/>
                      <a:r>
                        <a:rPr sz="1650" b="1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Operations Phase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Direct local employment &amp; commerce growth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>
                          <a:solidFill>
                            <a:srgbClr val="1E293B"/>
                          </a:solidFill>
                          <a:latin typeface="Plus Jakarta Sans"/>
                        </a:rPr>
                        <a:t>Cumulative, Regional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i="0" u="none" dirty="0">
                          <a:solidFill>
                            <a:srgbClr val="1E293B"/>
                          </a:solidFill>
                          <a:latin typeface="Plus Jakarta Sans"/>
                        </a:rPr>
                        <a:t>Positive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33400" y="2211585"/>
            <a:ext cx="243214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965549" y="2211585"/>
            <a:ext cx="49839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49505" y="2211585"/>
            <a:ext cx="24230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372576" y="2211585"/>
            <a:ext cx="12860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33400" y="2816125"/>
            <a:ext cx="243214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65549" y="2816125"/>
            <a:ext cx="49839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49505" y="2816125"/>
            <a:ext cx="24230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372576" y="2816125"/>
            <a:ext cx="12860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3400" y="3681114"/>
            <a:ext cx="243214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65549" y="3681114"/>
            <a:ext cx="49839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49505" y="3681114"/>
            <a:ext cx="24230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372576" y="3681114"/>
            <a:ext cx="12860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33400" y="4546103"/>
            <a:ext cx="243214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965549" y="4546103"/>
            <a:ext cx="49839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49505" y="4546103"/>
            <a:ext cx="24230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372576" y="4546103"/>
            <a:ext cx="12860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33400" y="5150643"/>
            <a:ext cx="243214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965549" y="5150643"/>
            <a:ext cx="49839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49505" y="5150643"/>
            <a:ext cx="24230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372576" y="5150643"/>
            <a:ext cx="12860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33400" y="6015632"/>
            <a:ext cx="243214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965549" y="6015632"/>
            <a:ext cx="498395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949505" y="6015632"/>
            <a:ext cx="242307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72576" y="6015632"/>
            <a:ext cx="128602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331740" y="313061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5">
                    <a:lumMod val="60000"/>
                    <a:lumOff val="40000"/>
                  </a:schemeClr>
                </a:solidFill>
                <a:latin typeface="Outfit"/>
              </a:rPr>
              <a:t>Step 4: Impact Prediction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243310"/>
            <a:ext cx="5429250" cy="484316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243310"/>
            <a:ext cx="5429250" cy="4843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09675" y="150048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Project Alternatives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75" y="1967210"/>
            <a:ext cx="48387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Systematic evaluation of cleaner alternative engineering pathways: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5625" y="150048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The "No-Project" Alternative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4625" y="1967210"/>
            <a:ext cx="48387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Mandatory baseline scenario examining outcomes if the project is cancelled: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1533822"/>
            <a:ext cx="26670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5375" y="2739628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Alternative Locations: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Siting away from pristine biomes.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3512046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Alternative Technologies: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Low-emission, closed-loop systems.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4284464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Alternative Designs: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Reconfiguring to preserve watercourses.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375" y="5056882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Alternative Scheduling: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Avoiding animal breeding seasons.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533822"/>
            <a:ext cx="266700" cy="266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91325" y="2739628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Ecological Baseline Preserved: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Native ecosystems, pristine habitats, and water tables remain undisturbed.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325" y="3841105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Economic Costs Foregone: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Quantifies forfeited energy generation, jobs, or regional logistics enhancements.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272057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3492996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426541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5037832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272057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1775" y="382205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6746" y="337027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75000"/>
                  </a:schemeClr>
                </a:solidFill>
                <a:latin typeface="Outfit"/>
              </a:rPr>
              <a:t>Step 5: Project Alternatives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400" y="1854249"/>
            <a:ext cx="11125200" cy="7007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800" b="0" i="0" u="none" dirty="0">
                <a:solidFill>
                  <a:schemeClr val="accent1">
                    <a:lumMod val="60000"/>
                    <a:lumOff val="40000"/>
                  </a:schemeClr>
                </a:solidFill>
                <a:latin typeface="Plus Jakarta Sans SemiBold"/>
              </a:rPr>
              <a:t>The Mitigation Hierarchy: Structured sequential framework designed to achieve zero net loss of biodiversity</a:t>
            </a:r>
            <a:r>
              <a:rPr sz="1875" b="0" i="0" u="none" dirty="0">
                <a:solidFill>
                  <a:srgbClr val="065F46"/>
                </a:solidFill>
                <a:latin typeface="Plus Jakarta Sans SemiBold"/>
              </a:rPr>
              <a:t>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3400" y="2692449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825799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1. Avoid: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Re-routing alignments to bypass sensitive native wetlands.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692449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3400" y="3421558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554908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2. Minimize: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Deploying baghouse filters, wet scrubbers, and baffles.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421558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3400" y="4150667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4284017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3. Restore: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Bio-reclamation of decommissioned quarries and mines.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4150667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3400" y="4879776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5013126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4. Offset: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Funding protected nature reserves to balance impacts.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879776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2859137"/>
            <a:ext cx="247650" cy="2571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3588246"/>
            <a:ext cx="247650" cy="2571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4317355"/>
            <a:ext cx="247650" cy="2571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5046464"/>
            <a:ext cx="276225" cy="2571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00837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75000"/>
                  </a:schemeClr>
                </a:solidFill>
                <a:latin typeface="Outfit"/>
              </a:rPr>
              <a:t>Step 6: Mitigation Measures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971401"/>
            <a:ext cx="5429250" cy="53869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971401"/>
            <a:ext cx="5429250" cy="5386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228576"/>
            <a:ext cx="4750593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Core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7050" y="1228576"/>
            <a:ext cx="4710588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Strategic Action Plans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1261913"/>
            <a:ext cx="20002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1695301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Executive Summary: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Non-technical synopsis prepared for public disclosure, press, and tribunals.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796778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Project Description: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Engineering layout maps, resource intake, chemical inventories, and workforce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898255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Baseline Audit: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Seasonal findings on air, water chemistry, noise, ecology, and socio-economic surveys.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4999732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Impact Quantification: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Mathematical dispersion modeling of emissions, hydrological drawdowns, and noise.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261913"/>
            <a:ext cx="238125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1325" y="1695301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Management Plan (EMP):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Institutional framework defining mitigation actions, budget allocation, and schedules.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325" y="2796778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Emergency Protocols: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Disaster response measures for chemical spills, boiler failures, or structural accidents.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1676251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825" y="277772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387920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4980682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1775" y="1676251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1775" y="277772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8262" y="325022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60000"/>
                    <a:lumOff val="40000"/>
                  </a:schemeClr>
                </a:solidFill>
                <a:latin typeface="Outfit"/>
              </a:rPr>
              <a:t>Step 7: Preparation of EIA Report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-1" y="-38899"/>
            <a:ext cx="12459451" cy="697497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033" y="1474142"/>
            <a:ext cx="4582417" cy="4381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1150292"/>
            <a:ext cx="6199733" cy="179769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5558" y="5007917"/>
            <a:ext cx="4563367" cy="838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5558" y="1483667"/>
            <a:ext cx="4563367" cy="4362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575" y="1369367"/>
            <a:ext cx="5969652" cy="309562"/>
          </a:xfrm>
          <a:prstGeom prst="rect">
            <a:avLst/>
          </a:prstGeom>
          <a:noFill/>
        </p:spPr>
        <p:txBody>
          <a:bodyPr wrap="square" lIns="314325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1950" b="1" i="0" u="none">
                <a:solidFill>
                  <a:srgbClr val="065F46"/>
                </a:solidFill>
                <a:latin typeface="Outfit"/>
              </a:rPr>
              <a:t>Forum Focus &amp;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575" y="1755130"/>
            <a:ext cx="5685383" cy="9737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56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Statutory public consultation allows affected populations to directly voice concerns, contribute indigenous knowledge, and propose alternatives.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3138487"/>
            <a:ext cx="6199733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271837"/>
            <a:ext cx="5380583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Identifies Blindspots: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Surfacing risks overlooked by surveys.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138487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33400" y="4196655"/>
            <a:ext cx="6199733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4330005"/>
            <a:ext cx="5380583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Builds Trust: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Cultivates grassroots consensus and goodwill.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4196655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3400" y="5254823"/>
            <a:ext cx="6199733" cy="924817"/>
          </a:xfrm>
          <a:prstGeom prst="roundRect">
            <a:avLst>
              <a:gd name="adj" fmla="val 123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5388173"/>
            <a:ext cx="5380583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Prevents Litigation: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Avoids expensive legal delays down the road.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5254823"/>
            <a:ext cx="57150" cy="924817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043433"/>
            <a:ext cx="314325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1050" y="3305175"/>
            <a:ext cx="247650" cy="2571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1050" y="4363342"/>
            <a:ext cx="314325" cy="2571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1050" y="5421510"/>
            <a:ext cx="247650" cy="2571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78110" y="501542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60000"/>
                    <a:lumOff val="40000"/>
                  </a:schemeClr>
                </a:solidFill>
                <a:latin typeface="Outfit"/>
              </a:rPr>
              <a:t>Step 8: Public Consultation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563290"/>
            <a:ext cx="5429250" cy="196825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563290"/>
            <a:ext cx="5429250" cy="196825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3798242"/>
            <a:ext cx="5429250" cy="196825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350" y="3798242"/>
            <a:ext cx="5429250" cy="19682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09675" y="182046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47857"/>
                </a:solidFill>
                <a:latin typeface="Outfit"/>
              </a:rPr>
              <a:t>Approval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" y="2287190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The project complies with statutory sustainability criteria and exhibits manageable, mitigated ecological risks.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8950" y="1820465"/>
            <a:ext cx="4750593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D97706"/>
                </a:solidFill>
                <a:latin typeface="Outfit"/>
              </a:rPr>
              <a:t>Conditional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4625" y="2287190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Approval granted subject to binding mandates (e.g. continuous CEMS monitors, zero liquid discharge systems).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9675" y="4055417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2563EB"/>
                </a:solidFill>
                <a:latin typeface="Outfit"/>
              </a:rPr>
              <a:t>Revision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4522142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The EIA dossier lacks critical data; developer must conduct additional baseline surveys or alter engineering.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5625" y="4055417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B91C1C"/>
                </a:solidFill>
                <a:latin typeface="Outfit"/>
              </a:rPr>
              <a:t>Rejection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4625" y="4522142"/>
            <a:ext cx="48387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Projected environmental hazards are unacceptable, irreversible, and non-mitigable within carrying capacities.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675" y="1853803"/>
            <a:ext cx="2667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625" y="1853803"/>
            <a:ext cx="200025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8675" y="4088755"/>
            <a:ext cx="266700" cy="2667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24625" y="408875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60000"/>
                    <a:lumOff val="40000"/>
                  </a:schemeClr>
                </a:solidFill>
                <a:latin typeface="Outfit"/>
              </a:rPr>
              <a:t>Step 9: Decision Making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243310"/>
            <a:ext cx="5429250" cy="484316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243310"/>
            <a:ext cx="5429250" cy="484316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4625" y="1967210"/>
            <a:ext cx="4838700" cy="847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47775" y="1500485"/>
            <a:ext cx="4640580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Ongoing Surveillance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75" y="1967210"/>
            <a:ext cx="48387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EIA does not terminate when a clearance is awarded. Monitoring verifies: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5625" y="1500485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Corrective Action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5" y="2948285"/>
            <a:ext cx="4838700" cy="1645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Provides regulatory authorities with the legal power to impose immediate fines, demand equipment upgrades, or suspend operations if environmental thresholds are breached.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" y="1533822"/>
            <a:ext cx="30480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5375" y="2739628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Whether predicted environmental impacts are occurring within limits.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375" y="3512046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If mandated mitigation measures are technically performing.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375" y="4284464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Statutory emission and effluent standards are maintained over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375" y="5056882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Management plans are actively funded and implemented.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4625" y="1533822"/>
            <a:ext cx="266700" cy="2667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5825" y="2720578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3492996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426541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5037832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60000"/>
                    <a:lumOff val="40000"/>
                  </a:schemeClr>
                </a:solidFill>
                <a:latin typeface="Outfit"/>
              </a:rPr>
              <a:t>Step 10: Environmental Monitoring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saturation sat="3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629519"/>
            <a:ext cx="5429250" cy="407074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629519"/>
            <a:ext cx="5429250" cy="4070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6350" y="1886694"/>
            <a:ext cx="4610576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Operational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3725" y="1886694"/>
            <a:ext cx="4640580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Institutional Architecture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1920031"/>
            <a:ext cx="33337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2353419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Pollution Control: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Operation of baghouse filters, scrubbers, and ETPs.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3125837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Waste Management: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Manifest tracking and secure containment.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898255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Water Conservation: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Closed-loop cooling and rainwater harvesting.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4670673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Biodiversity Care: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Buffer zone afforestation and noise barriers.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920031"/>
            <a:ext cx="3048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1325" y="2353419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Dedicated Cell: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In-house environmental safety officers and engineers.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325" y="3125837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Budget Allocation: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Ring-fenced capital and operational funding.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1325" y="3898255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Emergency Response: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Disaster drill protocols and fire fighting reserves.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325" y="4670673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Statutory Reports: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Bi-annual submission of compliance records.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2334369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310678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387920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4651623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2334369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1775" y="310678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87920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1775" y="4651623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75000"/>
                  </a:schemeClr>
                </a:solidFill>
                <a:latin typeface="Outfit"/>
              </a:rPr>
              <a:t>Environmental Management 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saturation sat="3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629519"/>
            <a:ext cx="5429250" cy="407074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629519"/>
            <a:ext cx="5429250" cy="4070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09675" y="1886694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47857"/>
                </a:solidFill>
                <a:latin typeface="Outfit"/>
              </a:rPr>
              <a:t>Key Advantages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5625" y="1886694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B91C1C"/>
                </a:solidFill>
                <a:latin typeface="Outfit"/>
              </a:rPr>
              <a:t>Practical Limitations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1920031"/>
            <a:ext cx="2667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2353419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Proactive Risk Reduction: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Solves hazards before capital 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3125837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Better Planning: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Integrates environmental factors into master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898255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Resource Efficiency: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Lowers waste creation and raw material demand.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4670673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Legal Safeguard: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Shields developers against statutory liabilities.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920031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1325" y="2353419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Time-Consuming: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Seasonal baseline surveys can take 6–12 months.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325" y="3125837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Significant Costs: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Requires specialized multi-disciplinary consultants.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1325" y="3898255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Modeling Uncertainty: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Complex biomes can respond unpredictably.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325" y="4670673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Enforcement Gaps: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Post-clearance monitoring is often under-resourced.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2334369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310678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387920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4651623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2334369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1775" y="310678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87920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1775" y="4651623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75000"/>
                  </a:schemeClr>
                </a:solidFill>
                <a:latin typeface="Outfit"/>
              </a:rPr>
              <a:t>Advantages and Limitations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4112"/>
            <a:ext cx="12192000" cy="682977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00487" y="1948754"/>
            <a:ext cx="4391025" cy="409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99420" y="2569221"/>
            <a:ext cx="6120765" cy="70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>
              <a:lnSpc>
                <a:spcPts val="5520"/>
              </a:lnSpc>
            </a:pPr>
            <a:r>
              <a:rPr sz="4800" b="1" i="0" u="none" dirty="0">
                <a:ln/>
                <a:solidFill>
                  <a:schemeClr val="accent3"/>
                </a:solidFill>
                <a:latin typeface="Outfit"/>
              </a:rPr>
              <a:t>Green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7375" y="3587799"/>
            <a:ext cx="857250" cy="5715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28750" y="3835449"/>
            <a:ext cx="933450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82"/>
              </a:lnSpc>
            </a:pPr>
            <a:r>
              <a:rPr sz="2800" i="0" u="none" dirty="0">
                <a:ln w="0"/>
                <a:solidFill>
                  <a:schemeClr val="bg1">
                    <a:lumMod val="9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Plus Jakarta Sans"/>
              </a:rPr>
              <a:t>Nature-Based Solutions for Resilient, </a:t>
            </a:r>
            <a:r>
              <a:rPr sz="2800" i="0" u="none" dirty="0" err="1">
                <a:ln w="0"/>
                <a:solidFill>
                  <a:schemeClr val="bg1">
                    <a:lumMod val="9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Plus Jakarta Sans"/>
              </a:rPr>
              <a:t>Liveable</a:t>
            </a:r>
            <a:r>
              <a:rPr sz="2800" i="0" u="none" dirty="0">
                <a:ln w="0"/>
                <a:solidFill>
                  <a:schemeClr val="bg1">
                    <a:lumMod val="9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  <a:latin typeface="Plus Jakarta Sans"/>
              </a:rPr>
              <a:t>, and Sustainable Cities — restoring ecological balance, absorbing stormwater surges, and creating cooler, healthier communities</a:t>
            </a:r>
            <a:r>
              <a:rPr sz="2100" b="0" i="0" u="none" dirty="0">
                <a:solidFill>
                  <a:schemeClr val="bg1">
                    <a:lumMod val="95000"/>
                  </a:schemeClr>
                </a:solidFill>
                <a:latin typeface="Plus Jakarta Sans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88430"/>
            <a:ext cx="11125200" cy="16228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3400" y="3320801"/>
            <a:ext cx="11658600" cy="333375"/>
          </a:xfrm>
          <a:prstGeom prst="rect">
            <a:avLst/>
          </a:prstGeom>
          <a:noFill/>
        </p:spPr>
        <p:txBody>
          <a:bodyPr wrap="square" lIns="314325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Nature vs. Gray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625" y="1726555"/>
            <a:ext cx="11101387" cy="333375"/>
          </a:xfrm>
          <a:prstGeom prst="rect">
            <a:avLst/>
          </a:prstGeom>
          <a:noFill/>
        </p:spPr>
        <p:txBody>
          <a:bodyPr wrap="square" lIns="314325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Core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625" y="2155180"/>
            <a:ext cx="10572750" cy="717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27"/>
              </a:lnSpc>
            </a:pPr>
            <a:r>
              <a:rPr sz="1950" b="0" i="0" u="none">
                <a:solidFill>
                  <a:srgbClr val="1E293B"/>
                </a:solidFill>
                <a:latin typeface="Plus Jakarta Sans"/>
              </a:rPr>
              <a:t>An interconnected network of natural and semi-natural areas designed and managed to deliver ecosystem services to urban populations.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1043433"/>
            <a:ext cx="314325" cy="2476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3400" y="3787526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920876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Moves away from single-purpose concrete pipes and storm sewers.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3787526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33400" y="4516635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649985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Uses natural hydrological cycles to manage water at the 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516635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33400" y="5245744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5379094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Reduces costly maintenance and physical expansion of gray pipes.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5245744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1043433"/>
            <a:ext cx="314325" cy="2476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3954214"/>
            <a:ext cx="247650" cy="2571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050" y="4683323"/>
            <a:ext cx="190500" cy="2571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1050" y="5412432"/>
            <a:ext cx="276225" cy="2571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accent2">
                    <a:lumMod val="60000"/>
                    <a:lumOff val="40000"/>
                  </a:schemeClr>
                </a:solidFill>
                <a:latin typeface="Outfit"/>
              </a:rPr>
              <a:t>What is Green Infrastructure?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696640"/>
            <a:ext cx="5467350" cy="187300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250" y="1696640"/>
            <a:ext cx="5467350" cy="187300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3760142"/>
            <a:ext cx="5467350" cy="187300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3760142"/>
            <a:ext cx="5467350" cy="18730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575" y="1915715"/>
            <a:ext cx="5200650" cy="333375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Vegetation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575" y="2363390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Trees, plants, gardens, and urban forests that absorb carbon dioxide and provide cooling canopy shade across streetscapes.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8425" y="1915715"/>
            <a:ext cx="5200650" cy="333375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Water 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8425" y="2363390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Wetlands, retention ponds, and bioswales that collect, slow, and naturally filter toxic urban stormwater surges.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3979217"/>
            <a:ext cx="5200650" cy="333375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Healthy Soil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575" y="4426892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Porous, biologically active soil beds that absorb excess rainwater, recharge subterranean aquifers, and trap pollutants.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8425" y="3979217"/>
            <a:ext cx="5200650" cy="333375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Green Spaces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8425" y="4426892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Public parks, urban greenways, and linear corridors that provide community recreation and preserve wildlife biodiversity.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575" y="1953815"/>
            <a:ext cx="238125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425" y="1953815"/>
            <a:ext cx="304800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575" y="4017317"/>
            <a:ext cx="266700" cy="2667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425" y="4017317"/>
            <a:ext cx="238125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accent2">
                    <a:lumMod val="60000"/>
                    <a:lumOff val="40000"/>
                  </a:schemeClr>
                </a:solidFill>
                <a:latin typeface="Outfit"/>
              </a:rPr>
              <a:t>Core Components of GI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033" y="1474142"/>
            <a:ext cx="4582417" cy="4381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1636067"/>
            <a:ext cx="3004542" cy="405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8442" y="1636067"/>
            <a:ext cx="3004691" cy="405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5558" y="5246042"/>
            <a:ext cx="4563367" cy="6000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5558" y="1483667"/>
            <a:ext cx="4563367" cy="4362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7775" y="1893242"/>
            <a:ext cx="2094636" cy="666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Rooftops &amp; Pavements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2693342"/>
            <a:ext cx="2413992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75" b="0" i="0" u="none">
                <a:solidFill>
                  <a:srgbClr val="1E293B"/>
                </a:solidFill>
                <a:latin typeface="Plus Jakarta Sans"/>
              </a:rPr>
              <a:t>Green roofs insulate buildings and absorb rooftop downpours, while rain gardens and permeable pavements infiltrate runoff directly into soil layers.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1392" y="1893242"/>
            <a:ext cx="2064789" cy="666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Urban Forests &amp; Walls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717" y="2693342"/>
            <a:ext cx="2414141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75" b="0" i="0" u="none">
                <a:solidFill>
                  <a:srgbClr val="1E293B"/>
                </a:solidFill>
                <a:latin typeface="Plus Jakarta Sans"/>
              </a:rPr>
              <a:t>Urban forests and vertical green walls provide shading, deflect ambient noise, and reduce street temperatures by up to 7°C across dense corridors.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8675" y="2093267"/>
            <a:ext cx="304800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3717" y="2093267"/>
            <a:ext cx="333375" cy="266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accent2">
                    <a:lumMod val="60000"/>
                    <a:lumOff val="40000"/>
                  </a:schemeClr>
                </a:solidFill>
                <a:latin typeface="Outfit"/>
              </a:rPr>
              <a:t>Types of Green Infrastructure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818084"/>
            <a:ext cx="3555950" cy="369361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7950" y="1818084"/>
            <a:ext cx="3555950" cy="36936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00" y="1818084"/>
            <a:ext cx="3555950" cy="369361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25" y="2094309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1525" y="2837259"/>
            <a:ext cx="2590323" cy="309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1950" b="1" i="0" u="none">
                <a:solidFill>
                  <a:srgbClr val="065F46"/>
                </a:solidFill>
                <a:latin typeface="Outfit"/>
              </a:rPr>
              <a:t>Absorb &amp; Store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3261121"/>
            <a:ext cx="3079700" cy="19743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Acts like a natural sponge, storing stormwater at the source and preventing storm drains and sewers from catastrophic overflows.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6075" y="2094309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075" y="2837259"/>
            <a:ext cx="2900362" cy="309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1950" b="1" i="0" u="none">
                <a:solidFill>
                  <a:srgbClr val="065F46"/>
                </a:solidFill>
                <a:latin typeface="Outfit"/>
              </a:rPr>
              <a:t>Provide Shade &amp; Cooling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6075" y="3261121"/>
            <a:ext cx="3079700" cy="1645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Releases moisture through natural evapotranspiration and shades street surfaces, mitigating the dangerous Urban Heat Island effect.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0625" y="2094309"/>
            <a:ext cx="571500" cy="571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40625" y="2837259"/>
            <a:ext cx="2010251" cy="309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1950" b="1" i="0" u="none">
                <a:solidFill>
                  <a:srgbClr val="065F46"/>
                </a:solidFill>
                <a:latin typeface="Outfit"/>
              </a:rPr>
              <a:t>Wildlife Habitats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0625" y="3261121"/>
            <a:ext cx="3079700" cy="1645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Establishes essential ecological corridors and stepping stones for urban pollinators, migratory birds, and beneficial fauna.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0850" y="2218134"/>
            <a:ext cx="361950" cy="3238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4450" y="2218134"/>
            <a:ext cx="323850" cy="3238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rgbClr val="064E3B"/>
                </a:solidFill>
                <a:latin typeface="Outfit"/>
              </a:rPr>
              <a:t>How Green Infrastructure Works</a:t>
            </a:r>
          </a:p>
        </p:txBody>
      </p:sp>
      <p:pic>
        <p:nvPicPr>
          <p:cNvPr id="18" name="Picture 17" descr="image.png">
            <a:extLst>
              <a:ext uri="{FF2B5EF4-FFF2-40B4-BE49-F238E27FC236}">
                <a16:creationId xmlns:a16="http://schemas.microsoft.com/office/drawing/2014/main" id="{22B960F4-1905-B5C2-AF53-A634F8D0FDB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7262" y="2275284"/>
            <a:ext cx="200025" cy="2667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522214"/>
            <a:ext cx="5429250" cy="42855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522214"/>
            <a:ext cx="5429250" cy="4285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779389"/>
            <a:ext cx="4750593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Hydrology &amp; Water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72300" y="1779389"/>
            <a:ext cx="4610576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Climate &amp; Urban Ecology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796" y="1812726"/>
            <a:ext cx="20002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2246114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Flood Risk Reduction: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Attenuates peak runoff volumes during extreme cloudburst storms.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3347591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Water Quality: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Natural biological filtration removes heavy metals, oils, and particulate sediments.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4449067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Aquifer Recharge: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Permeable soils restore depleting urban groundwater tables.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812726"/>
            <a:ext cx="333375" cy="2667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1325" y="2246114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Urban Heat Island Mitigation: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Tree canopies lower local ambient temperatures by 3°C to 7°C.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1325" y="3347591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Air Quality Enhancement: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Dense foliage traps toxic PM2.5 particulate matter and absorbs CO2.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325" y="4449067"/>
            <a:ext cx="4572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1E293B"/>
                </a:solidFill>
                <a:latin typeface="Plus Jakarta Sans"/>
              </a:rPr>
              <a:t>Biodiversity Support: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Connects fragmented habitats into functional wildlife highways.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222706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825" y="3328541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443001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1775" y="2227064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1775" y="3328541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1775" y="443001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rgbClr val="064E3B"/>
                </a:solidFill>
                <a:latin typeface="Outfit"/>
              </a:rPr>
              <a:t>Key Environmental Benefits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629519"/>
            <a:ext cx="5429250" cy="407074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1629519"/>
            <a:ext cx="5429250" cy="4070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6350" y="1886694"/>
            <a:ext cx="4610576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Social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5625" y="1886694"/>
            <a:ext cx="4680585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Economic Benefits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1920031"/>
            <a:ext cx="333375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5375" y="2353419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Provides public parks and open recreational spaces for active living.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3125837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Improves visual aesthetics and municipal vibrancy.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3898255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Lowers chronic stress, anxiety, and respiratory illnesses.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375" y="4670673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Provides shaded, cooler public corridors for walking and cycling.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1920031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1325" y="2353419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Cuts municipal stormwater pipe expansion and dredging capital costs.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325" y="3125837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Increases residential and commercial real estate market values.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1325" y="3898255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Reduces building HVAC power bills through natural canopy cooling.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325" y="4670673"/>
            <a:ext cx="45720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Creates local green jobs in landscaping, ecology, and maintenance.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2334369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310678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825" y="387920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" y="4651623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2334369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1775" y="3106787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879205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1775" y="4651623"/>
            <a:ext cx="1619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400" b="0" i="0" u="none">
                <a:solidFill>
                  <a:srgbClr val="059669"/>
                </a:solidFill>
                <a:latin typeface="Plus Jakarta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rgbClr val="064E3B"/>
                </a:solidFill>
                <a:latin typeface="Outfit"/>
              </a:rPr>
              <a:t>Social and Economic Benefits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25758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602878"/>
            <a:ext cx="3568600" cy="412402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1550" y="1602878"/>
            <a:ext cx="3568749" cy="412402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9850" y="1602878"/>
            <a:ext cx="3568600" cy="41240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" y="1629145"/>
            <a:ext cx="3549550" cy="20787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3425" y="3879353"/>
            <a:ext cx="3326978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25" b="1" i="0" u="none">
                <a:solidFill>
                  <a:srgbClr val="065F46"/>
                </a:solidFill>
                <a:latin typeface="Outfit"/>
              </a:rPr>
              <a:t>Singapore Biophilic 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3425" y="4231778"/>
            <a:ext cx="3168550" cy="1051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 i="0" u="none">
                <a:solidFill>
                  <a:srgbClr val="1E293B"/>
                </a:solidFill>
                <a:latin typeface="Plus Jakarta Sans"/>
              </a:rPr>
              <a:t>Vertical supertrees, living facades, and park connectors dramatically expanded green canopy coverage across dense metro zones.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1075" y="1612403"/>
            <a:ext cx="3549699" cy="2095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11575" y="3879353"/>
            <a:ext cx="3327134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25" b="1" i="0" u="none">
                <a:solidFill>
                  <a:srgbClr val="065F46"/>
                </a:solidFill>
                <a:latin typeface="Outfit"/>
              </a:rPr>
              <a:t>Medellín Green Corridors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1575" y="4231778"/>
            <a:ext cx="3168699" cy="1314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 i="0" u="none">
                <a:solidFill>
                  <a:srgbClr val="1E293B"/>
                </a:solidFill>
                <a:latin typeface="Plus Jakarta Sans"/>
              </a:rPr>
              <a:t>Transformed 30 major transit arteries into lush botanical passages, cooling city temperatures by 3.5°C across Colombia.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99375" y="1612403"/>
            <a:ext cx="2752725" cy="2000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89875" y="3879353"/>
            <a:ext cx="3326978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25" b="1" i="0" u="none">
                <a:solidFill>
                  <a:srgbClr val="065F46"/>
                </a:solidFill>
                <a:latin typeface="Outfit"/>
              </a:rPr>
              <a:t>India Lake Rejuvenation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9875" y="4231778"/>
            <a:ext cx="3168550" cy="10513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70"/>
              </a:lnSpc>
            </a:pPr>
            <a:r>
              <a:rPr sz="1500" b="0" i="0" u="none">
                <a:solidFill>
                  <a:srgbClr val="1E293B"/>
                </a:solidFill>
                <a:latin typeface="Plus Jakarta Sans"/>
              </a:rPr>
              <a:t>Restored historic urban waterbodies, constructed wetland treatment cells, and deployed Miyawaki micro-forests.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bg1">
                    <a:lumMod val="95000"/>
                  </a:schemeClr>
                </a:solidFill>
                <a:latin typeface="Outfit"/>
              </a:rPr>
              <a:t>Global Real-World Case Studies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38B726B-BCC1-FC20-9D2C-3EC816B4A73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89849" y="1629146"/>
            <a:ext cx="3517634" cy="206201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696640"/>
            <a:ext cx="5467350" cy="187300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250" y="1696640"/>
            <a:ext cx="5467350" cy="187300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3760142"/>
            <a:ext cx="5467350" cy="1873001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3760142"/>
            <a:ext cx="5467350" cy="18730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575" y="1915715"/>
            <a:ext cx="5200650" cy="333375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Initial Capital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575" y="2363390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Upfront engineering and specialized soil installation can require higher initial capital investment than standard asphalt.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8425" y="1915715"/>
            <a:ext cx="5200650" cy="333375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8425" y="2363390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Living plants and bio-retention soils demand continuous pruning, sediment dredging, weeding, and seasonal irrigation.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3979217"/>
            <a:ext cx="5200650" cy="333375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Space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575" y="4426892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Securing sufficient land in dense, historic downtown cores requires innovative rooftop and vertical facade integration.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8425" y="3979217"/>
            <a:ext cx="5200650" cy="333375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Public Stewardship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8425" y="4426892"/>
            <a:ext cx="4953000" cy="9871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Communities must be educated to protect and co-manage living public assets rather than treating them as unmanaged brush.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575" y="1953815"/>
            <a:ext cx="3048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425" y="1953815"/>
            <a:ext cx="266700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575" y="4017317"/>
            <a:ext cx="266700" cy="2667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425" y="4017317"/>
            <a:ext cx="3048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bg1"/>
                </a:solidFill>
                <a:latin typeface="Outfit"/>
              </a:rPr>
              <a:t>Implementation Challenges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936105"/>
            <a:ext cx="11125200" cy="11941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625" y="2174230"/>
            <a:ext cx="10572750" cy="717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27"/>
              </a:lnSpc>
            </a:pPr>
            <a:r>
              <a:rPr sz="1950" b="0" i="1" u="none">
                <a:solidFill>
                  <a:srgbClr val="064E3B"/>
                </a:solidFill>
                <a:latin typeface="Plus Jakarta Sans"/>
              </a:rPr>
              <a:t>"Green infrastructure allows development while working with natural systems instead of replacing them."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3400" y="3339851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3473201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UN SDG 11: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Builds inclusive, safe, and resilient human settlements.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3339851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3400" y="4068960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02310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Climate Adaptation: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Shields neighborhoods from catastrophic flash floods.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4068960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33400" y="4798069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931419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Natural Filtration: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Purifies municipal water and sequesters carbon.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798069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3506539"/>
            <a:ext cx="247650" cy="2571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4235648"/>
            <a:ext cx="247650" cy="2571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4964757"/>
            <a:ext cx="247650" cy="2571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chemeClr val="bg1"/>
                </a:solidFill>
                <a:latin typeface="Outfit"/>
              </a:rPr>
              <a:t>GI &amp; Sustainable Development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982688"/>
            <a:ext cx="3555950" cy="33645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7950" y="1982688"/>
            <a:ext cx="3555950" cy="33645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00" y="1982688"/>
            <a:ext cx="3555950" cy="336455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25" y="2258913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1525" y="3001863"/>
            <a:ext cx="2740342" cy="309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1950" b="1" i="0" u="none">
                <a:solidFill>
                  <a:srgbClr val="065F46"/>
                </a:solidFill>
                <a:latin typeface="Outfit"/>
              </a:rPr>
              <a:t>Ecosystem Restoration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3425725"/>
            <a:ext cx="3079700" cy="1645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Rehabilitating degraded native forests, peatlands, and coastal wetlands to enhance biodiversity and lock away carbon.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6075" y="2258913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075" y="3001863"/>
            <a:ext cx="2490311" cy="309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1950" b="1" i="0" u="none">
                <a:solidFill>
                  <a:srgbClr val="065F46"/>
                </a:solidFill>
                <a:latin typeface="Outfit"/>
              </a:rPr>
              <a:t>Green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6075" y="3425725"/>
            <a:ext cx="3079700" cy="1645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Integrating green roofs, park corridors, and permeable pavements into cities to lower extreme heat and absorb floods.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0625" y="2258913"/>
            <a:ext cx="571500" cy="571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40625" y="3001863"/>
            <a:ext cx="3020377" cy="309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1950" b="1" i="0" u="none">
                <a:solidFill>
                  <a:srgbClr val="065F46"/>
                </a:solidFill>
                <a:latin typeface="Outfit"/>
              </a:rPr>
              <a:t>Sustainable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0625" y="3425725"/>
            <a:ext cx="3079700" cy="16452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Deploying watershed protection and sustainable land-use practices to deliver clean freshwater and food security.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5350" y="2382738"/>
            <a:ext cx="323850" cy="3238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7037" y="2382738"/>
            <a:ext cx="409575" cy="3238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45400" y="2382738"/>
            <a:ext cx="361950" cy="3238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rgbClr val="064E3B"/>
                </a:solidFill>
                <a:latin typeface="Outfit"/>
              </a:rPr>
              <a:t>Nature-Based Solutions (</a:t>
            </a:r>
            <a:r>
              <a:rPr sz="3150" b="1" i="0" u="none" dirty="0" err="1">
                <a:solidFill>
                  <a:srgbClr val="064E3B"/>
                </a:solidFill>
                <a:latin typeface="Outfit"/>
              </a:rPr>
              <a:t>NbS</a:t>
            </a:r>
            <a:r>
              <a:rPr sz="3150" b="1" i="0" u="none" dirty="0">
                <a:solidFill>
                  <a:srgbClr val="064E3B"/>
                </a:solidFill>
                <a:latin typeface="Outfit"/>
              </a:rPr>
              <a:t>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305198"/>
            <a:ext cx="5429250" cy="27193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2676673"/>
            <a:ext cx="4953000" cy="11763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262"/>
              </a:lnSpc>
            </a:pPr>
            <a:r>
              <a:rPr sz="9750" b="0" i="0" u="none">
                <a:solidFill>
                  <a:srgbClr val="059669"/>
                </a:solidFill>
                <a:latin typeface="Outfit ExtraBold"/>
              </a:rPr>
              <a:t>37%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3986361"/>
            <a:ext cx="49530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64E3B"/>
                </a:solidFill>
                <a:latin typeface="Plus Jakarta Sans"/>
              </a:rPr>
              <a:t>Global Climate Mitigation Target by 2030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9350" y="1928961"/>
            <a:ext cx="570071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Strategic Economic &amp; Climate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9350" y="2376636"/>
            <a:ext cx="5429250" cy="14358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27"/>
              </a:lnSpc>
            </a:pPr>
            <a:r>
              <a:rPr sz="1950" b="0" i="0" u="none">
                <a:solidFill>
                  <a:srgbClr val="1E293B"/>
                </a:solidFill>
                <a:latin typeface="Plus Jakarta Sans"/>
              </a:rPr>
              <a:t>Cost-effective climate mitigation needed by 2030 can be delivered directly through Nature-Based Solutions and living ecological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9350" y="3964930"/>
            <a:ext cx="5429250" cy="14358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27"/>
              </a:lnSpc>
            </a:pPr>
            <a:r>
              <a:rPr sz="1950" b="1" i="0" u="none">
                <a:solidFill>
                  <a:srgbClr val="1E293B"/>
                </a:solidFill>
                <a:latin typeface="Plus Jakarta Sans"/>
              </a:rPr>
              <a:t>Up to 50% Cost Savings:</a:t>
            </a:r>
            <a:r>
              <a:rPr sz="1950" b="0" i="0" u="none">
                <a:solidFill>
                  <a:srgbClr val="1E293B"/>
                </a:solidFill>
                <a:latin typeface="Plus Jakarta Sans"/>
              </a:rPr>
              <a:t> Ecological infrastructure delivers lower initial capital and lifetime maintenance costs compared to single-purpose concrete gray systems.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rgbClr val="064E3B"/>
                </a:solidFill>
                <a:latin typeface="Outfit"/>
              </a:rPr>
              <a:t>Climate Mitigation with </a:t>
            </a:r>
            <a:r>
              <a:rPr sz="3150" b="1" i="0" u="none" dirty="0" err="1">
                <a:solidFill>
                  <a:srgbClr val="064E3B"/>
                </a:solidFill>
                <a:latin typeface="Outfit"/>
              </a:rPr>
              <a:t>NbS</a:t>
            </a:r>
            <a:endParaRPr sz="3150" b="1" i="0" u="none" dirty="0">
              <a:solidFill>
                <a:srgbClr val="064E3B"/>
              </a:solidFill>
              <a:latin typeface="Outfi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16373"/>
            <a:ext cx="12192000" cy="682525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6033" y="1474142"/>
            <a:ext cx="4582417" cy="4381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1636067"/>
            <a:ext cx="3004542" cy="4057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8442" y="1636067"/>
            <a:ext cx="3004691" cy="405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5558" y="5007917"/>
            <a:ext cx="4563367" cy="838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5558" y="1483667"/>
            <a:ext cx="4563367" cy="4362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09675" y="1893242"/>
            <a:ext cx="2134641" cy="666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Coastline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2693342"/>
            <a:ext cx="2413992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75" b="0" i="0" u="none">
                <a:solidFill>
                  <a:srgbClr val="1E293B"/>
                </a:solidFill>
                <a:latin typeface="Plus Jakarta Sans"/>
              </a:rPr>
              <a:t>Seychelles mangrove rehabilitation stabilized shorelines and absorbed wave surge energy, securing coastal fisheries and preventing erosion.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817" y="1893242"/>
            <a:ext cx="2094793" cy="666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Peatland Rewetting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717" y="2693342"/>
            <a:ext cx="2414141" cy="2400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75" b="0" i="0" u="none">
                <a:solidFill>
                  <a:srgbClr val="1E293B"/>
                </a:solidFill>
                <a:latin typeface="Plus Jakarta Sans"/>
              </a:rPr>
              <a:t>Northern European peatland rewetting locked away thousands of tonnes of carbon per hectare while restoring rare wetland biodiversity.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8675" y="2093267"/>
            <a:ext cx="266700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3717" y="2093267"/>
            <a:ext cx="304800" cy="266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3150" b="1" i="0" u="none" dirty="0">
                <a:solidFill>
                  <a:srgbClr val="064E3B"/>
                </a:solidFill>
                <a:latin typeface="Outfit"/>
              </a:rPr>
              <a:t>Global Case Studies of </a:t>
            </a:r>
            <a:r>
              <a:rPr sz="3150" b="1" i="0" u="none" dirty="0" err="1">
                <a:solidFill>
                  <a:srgbClr val="064E3B"/>
                </a:solidFill>
                <a:latin typeface="Outfit"/>
              </a:rPr>
              <a:t>NbS</a:t>
            </a:r>
            <a:endParaRPr sz="3150" b="1" i="0" u="none" dirty="0">
              <a:solidFill>
                <a:srgbClr val="064E3B"/>
              </a:solidFill>
              <a:latin typeface="Outfi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6329"/>
            <a:ext cx="12192000" cy="684534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587" y="2076003"/>
            <a:ext cx="2790825" cy="409575"/>
          </a:xfrm>
          <a:prstGeom prst="rect">
            <a:avLst/>
          </a:prstGeom>
          <a:effectLst>
            <a:glow rad="927100">
              <a:schemeClr val="accent4">
                <a:lumMod val="50000"/>
                <a:alpha val="93000"/>
              </a:schemeClr>
            </a:glow>
          </a:effectLst>
          <a:scene3d>
            <a:camera prst="orthographicFront"/>
            <a:lightRig rig="threePt" dir="t"/>
          </a:scene3d>
          <a:sp3d extrusionH="76200" contourW="12700">
            <a:extrusionClr>
              <a:srgbClr val="FF0000"/>
            </a:extrusionClr>
            <a:contourClr>
              <a:schemeClr val="bg2">
                <a:lumMod val="10000"/>
              </a:schemeClr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2730579" y="2714178"/>
            <a:ext cx="6730841" cy="70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520"/>
              </a:lnSpc>
            </a:pPr>
            <a:r>
              <a:rPr sz="4800" b="1" i="0" u="none" dirty="0">
                <a:solidFill>
                  <a:schemeClr val="accent1">
                    <a:lumMod val="50000"/>
                  </a:schemeClr>
                </a:solidFill>
                <a:latin typeface="Outfit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7375" y="3777108"/>
            <a:ext cx="857250" cy="5715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28750" y="4024758"/>
            <a:ext cx="9334500" cy="11663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982"/>
              </a:lnSpc>
            </a:pPr>
            <a:r>
              <a:rPr sz="3200" b="0" i="0" u="none" dirty="0">
                <a:solidFill>
                  <a:schemeClr val="tx1"/>
                </a:solidFill>
                <a:latin typeface="Plus Jakarta Sans"/>
              </a:rPr>
              <a:t>Bridging infrastructure development with planetary boundaries through rigorous impact assessments and living Nature-Based Solutions</a:t>
            </a:r>
            <a:r>
              <a:rPr sz="2100" b="0" i="0" u="none" dirty="0">
                <a:solidFill>
                  <a:srgbClr val="334155"/>
                </a:solidFill>
                <a:latin typeface="Plus Jakarta Sans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16409"/>
            <a:ext cx="11125200" cy="131802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005881"/>
            <a:ext cx="11125200" cy="131802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4495353"/>
            <a:ext cx="11125200" cy="13180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" y="1687859"/>
            <a:ext cx="106108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75" b="1" i="0" u="none">
                <a:solidFill>
                  <a:srgbClr val="064E3B"/>
                </a:solidFill>
                <a:latin typeface="Outfit"/>
              </a:rPr>
              <a:t>1. What is Environmental Impact Assessment (EIA)?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" y="2049809"/>
            <a:ext cx="10610850" cy="613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1E293B"/>
                </a:solidFill>
                <a:latin typeface="Plus Jakarta Sans"/>
              </a:rPr>
              <a:t>Answer:</a:t>
            </a:r>
            <a:r>
              <a:rPr sz="1725" b="0" i="0" u="none">
                <a:solidFill>
                  <a:srgbClr val="1E293B"/>
                </a:solidFill>
                <a:latin typeface="Plus Jakarta Sans"/>
              </a:rPr>
              <a:t> EIA is a systematic process used to identify, predict, evaluate, and manage the environmental impacts of a proposed project before decisions are made.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3177331"/>
            <a:ext cx="106108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75" b="1" i="0" u="none">
                <a:solidFill>
                  <a:srgbClr val="064E3B"/>
                </a:solidFill>
                <a:latin typeface="Outfit"/>
              </a:rPr>
              <a:t>2. What is the Precautionary Principle?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3539281"/>
            <a:ext cx="10610850" cy="613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1E293B"/>
                </a:solidFill>
                <a:latin typeface="Plus Jakarta Sans"/>
              </a:rPr>
              <a:t>Answer:</a:t>
            </a:r>
            <a:r>
              <a:rPr sz="1725" b="0" i="0" u="none">
                <a:solidFill>
                  <a:srgbClr val="1E293B"/>
                </a:solidFill>
                <a:latin typeface="Plus Jakarta Sans"/>
              </a:rPr>
              <a:t> It states that lack of full scientific certainty should not delay measures needed to prevent environmental degradation.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4666803"/>
            <a:ext cx="106108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75" b="1" i="0" u="none">
                <a:solidFill>
                  <a:srgbClr val="064E3B"/>
                </a:solidFill>
                <a:latin typeface="Outfit"/>
              </a:rPr>
              <a:t>3. What is Green Infrastructure?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5028753"/>
            <a:ext cx="10610850" cy="613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1E293B"/>
                </a:solidFill>
                <a:latin typeface="Plus Jakarta Sans"/>
              </a:rPr>
              <a:t>Answer:</a:t>
            </a:r>
            <a:r>
              <a:rPr sz="1725" b="0" i="0" u="none">
                <a:solidFill>
                  <a:srgbClr val="1E293B"/>
                </a:solidFill>
                <a:latin typeface="Plus Jakarta Sans"/>
              </a:rPr>
              <a:t> Green Infrastructure is an interconnected network of natural and semi-natural areas designed to provide ecosystem services to urban populations.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>
                <a:solidFill>
                  <a:srgbClr val="064E3B"/>
                </a:solidFill>
                <a:latin typeface="Outfit"/>
              </a:rPr>
              <a:t>Short Questions (Part 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261145"/>
            <a:ext cx="11125200" cy="1318021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750617"/>
            <a:ext cx="11125200" cy="13180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9150" y="2432595"/>
            <a:ext cx="106108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75" b="1" i="0" u="none">
                <a:solidFill>
                  <a:srgbClr val="064E3B"/>
                </a:solidFill>
                <a:latin typeface="Outfit"/>
              </a:rPr>
              <a:t>4. What is the Polluter Pays Principle?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" y="2794545"/>
            <a:ext cx="10610850" cy="613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1E293B"/>
                </a:solidFill>
                <a:latin typeface="Plus Jakarta Sans"/>
              </a:rPr>
              <a:t>Answer:</a:t>
            </a:r>
            <a:r>
              <a:rPr sz="1725" b="0" i="0" u="none">
                <a:solidFill>
                  <a:srgbClr val="1E293B"/>
                </a:solidFill>
                <a:latin typeface="Plus Jakarta Sans"/>
              </a:rPr>
              <a:t> The organization causing pollution is legally and financially responsible for managing waste and remediating the environmental damage.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" y="3922067"/>
            <a:ext cx="1061085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75" b="1" i="0" u="none">
                <a:solidFill>
                  <a:srgbClr val="064E3B"/>
                </a:solidFill>
                <a:latin typeface="Outfit"/>
              </a:rPr>
              <a:t>5. What is an Environmental Management Plan (EMP)?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4284017"/>
            <a:ext cx="10610850" cy="6131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1E293B"/>
                </a:solidFill>
                <a:latin typeface="Plus Jakarta Sans"/>
              </a:rPr>
              <a:t>Answer:</a:t>
            </a:r>
            <a:r>
              <a:rPr sz="1725" b="0" i="0" u="none">
                <a:solidFill>
                  <a:srgbClr val="1E293B"/>
                </a:solidFill>
                <a:latin typeface="Plus Jakarta Sans"/>
              </a:rPr>
              <a:t> An EMP defines environmental mitigation actions, budget allocation, responsibilities, and implementation schedules.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>
                <a:solidFill>
                  <a:srgbClr val="064E3B"/>
                </a:solidFill>
                <a:latin typeface="Outfit"/>
              </a:rPr>
              <a:t>Short Questions (Part 2)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148333"/>
            <a:ext cx="5429250" cy="57328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2148333"/>
            <a:ext cx="5429250" cy="57328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2874019"/>
            <a:ext cx="5429250" cy="57328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2874019"/>
            <a:ext cx="5429250" cy="57328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3599705"/>
            <a:ext cx="5429250" cy="57328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9350" y="3599705"/>
            <a:ext cx="5429250" cy="57328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4325391"/>
            <a:ext cx="5429250" cy="57328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9350" y="4325391"/>
            <a:ext cx="5429250" cy="57328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5051077"/>
            <a:ext cx="5429250" cy="57328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29350" y="5051077"/>
            <a:ext cx="5429250" cy="5732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3400" y="1705421"/>
            <a:ext cx="11658600" cy="339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3200" b="1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Outfit"/>
              </a:rPr>
              <a:t>Explain the 10-step process of EIA.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525" y="2291208"/>
            <a:ext cx="3238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7475" y="2291208"/>
            <a:ext cx="37147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525" y="3016894"/>
            <a:ext cx="37147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7475" y="3016894"/>
            <a:ext cx="3810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525" y="3742580"/>
            <a:ext cx="37147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7475" y="3742580"/>
            <a:ext cx="37147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1525" y="4468266"/>
            <a:ext cx="352425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4468266"/>
            <a:ext cx="38100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08.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525" y="5193952"/>
            <a:ext cx="3619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09.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7475" y="5193952"/>
            <a:ext cx="32385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1725" b="1" i="0" u="none">
                <a:solidFill>
                  <a:srgbClr val="064E3B"/>
                </a:solidFill>
                <a:latin typeface="Plus Jakarta Sans"/>
              </a:rPr>
              <a:t>10.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50000"/>
                  </a:schemeClr>
                </a:solidFill>
                <a:latin typeface="Outfit"/>
              </a:rPr>
              <a:t>Long Questions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400" y="1687413"/>
            <a:ext cx="11658600" cy="339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3200" b="1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Outfit"/>
              </a:rPr>
              <a:t>Explain the major objectives of EIA.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3400" y="2130325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263675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Predict environmental impacts early.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130325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3400" y="2859434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992784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Mitigate negative consequences.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859434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3400" y="3588543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721893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Evaluate alternative locations, technologies, and designs.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88543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33400" y="4317652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451002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Provide opportunities for public participation.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317652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33400" y="5046761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5180111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Balance economic development with environmental protection.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5046761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2297013"/>
            <a:ext cx="247650" cy="2571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3026122"/>
            <a:ext cx="247650" cy="2571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3755231"/>
            <a:ext cx="247650" cy="2571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4484340"/>
            <a:ext cx="247650" cy="2571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5213449"/>
            <a:ext cx="247650" cy="2571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50000"/>
                  </a:schemeClr>
                </a:solidFill>
                <a:latin typeface="Outfit"/>
              </a:rPr>
              <a:t>Long Questions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048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678334"/>
            <a:ext cx="11125200" cy="10477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878484"/>
            <a:ext cx="5429250" cy="131013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2878484"/>
            <a:ext cx="5429250" cy="131013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4455318"/>
            <a:ext cx="5429250" cy="163919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4455318"/>
            <a:ext cx="5429250" cy="1639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0125" y="1093342"/>
            <a:ext cx="11658600" cy="339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3200" b="1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Outfit"/>
              </a:rPr>
              <a:t>Explain Green Infrastructure and its major components.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1859309"/>
            <a:ext cx="106489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75" b="1" i="0" u="none">
                <a:solidFill>
                  <a:srgbClr val="064E3B"/>
                </a:solidFill>
                <a:latin typeface="Plus Jakarta Sans"/>
              </a:rPr>
              <a:t>Answer:</a:t>
            </a:r>
            <a:r>
              <a:rPr sz="1875" b="0" i="0" u="none">
                <a:solidFill>
                  <a:srgbClr val="1E293B"/>
                </a:solidFill>
                <a:latin typeface="Plus Jakarta Sans"/>
              </a:rPr>
              <a:t> Green Infrastructure uses natural and semi-natural systems to provide environmental services. Its major components are: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050" y="3135659"/>
            <a:ext cx="4730591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Vegetation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" y="3602384"/>
            <a:ext cx="483870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Trees, plants, gardens, and urban forests.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5150" y="3135659"/>
            <a:ext cx="4670583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Water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25" y="3602384"/>
            <a:ext cx="483870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Wetlands, retention ponds, and bioswales.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0625" y="4712493"/>
            <a:ext cx="4700587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Healthy Soil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75" y="5179218"/>
            <a:ext cx="4838700" cy="6581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Absorbs rainwater and recharges groundwater.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325" y="4712493"/>
            <a:ext cx="4800600" cy="333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625"/>
              </a:lnSpc>
            </a:pPr>
            <a:r>
              <a:rPr sz="2100" b="1" i="0" u="none">
                <a:solidFill>
                  <a:srgbClr val="065F46"/>
                </a:solidFill>
                <a:latin typeface="Outfit"/>
              </a:rPr>
              <a:t>Green Spaces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4625" y="5179218"/>
            <a:ext cx="483870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0" i="0" u="none">
                <a:solidFill>
                  <a:srgbClr val="1E293B"/>
                </a:solidFill>
                <a:latin typeface="Plus Jakarta Sans"/>
              </a:rPr>
              <a:t>Parks, greenways, and ecological corridors.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043433"/>
            <a:ext cx="219075" cy="24765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043433"/>
            <a:ext cx="276225" cy="2476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1043433"/>
            <a:ext cx="247650" cy="2476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50000"/>
                  </a:schemeClr>
                </a:solidFill>
                <a:latin typeface="Outfit"/>
              </a:rPr>
              <a:t>Long Questions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445394"/>
            <a:ext cx="11125200" cy="704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3302644"/>
            <a:ext cx="5429250" cy="57328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3302644"/>
            <a:ext cx="5429250" cy="57328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4028330"/>
            <a:ext cx="5429250" cy="57328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350" y="4028330"/>
            <a:ext cx="5429250" cy="57328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754016"/>
            <a:ext cx="5429250" cy="57328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9350" y="4754016"/>
            <a:ext cx="5429250" cy="5732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3400" y="2002482"/>
            <a:ext cx="11658600" cy="339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3200" b="1" i="0" u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Outfit"/>
              </a:rPr>
              <a:t>Explain the environmental benefits of Green Infrastructure.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525" y="2626369"/>
            <a:ext cx="106489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75" b="1" i="0" u="none">
                <a:solidFill>
                  <a:srgbClr val="064E3B"/>
                </a:solidFill>
                <a:latin typeface="Plus Jakarta Sans"/>
              </a:rPr>
              <a:t>Answer:</a:t>
            </a:r>
            <a:r>
              <a:rPr sz="1875" b="0" i="0" u="none">
                <a:solidFill>
                  <a:srgbClr val="1E293B"/>
                </a:solidFill>
                <a:latin typeface="Plus Jakarta Sans"/>
              </a:rPr>
              <a:t> Green Infrastructure delivers multiple co-benefits across urban catchments: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1043433"/>
            <a:ext cx="219075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1043433"/>
            <a:ext cx="219075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1043433"/>
            <a:ext cx="219075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1043433"/>
            <a:ext cx="219075" cy="2476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 dirty="0">
                <a:solidFill>
                  <a:schemeClr val="accent1">
                    <a:lumMod val="50000"/>
                  </a:schemeClr>
                </a:solidFill>
                <a:latin typeface="Outfit"/>
              </a:rPr>
              <a:t>Long Questions 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066180"/>
            <a:ext cx="11125200" cy="70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1050" y="1481188"/>
            <a:ext cx="11658600" cy="339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sz="3200" b="1" i="0" u="none">
                <a:solidFill>
                  <a:schemeClr val="accent3">
                    <a:lumMod val="40000"/>
                    <a:lumOff val="60000"/>
                  </a:schemeClr>
                </a:solidFill>
                <a:latin typeface="Outfit"/>
              </a:rPr>
              <a:t>Explain the mitigation hierarchy in EIA.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525" y="2247155"/>
            <a:ext cx="1064895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1875" b="1" i="0" u="none">
                <a:solidFill>
                  <a:srgbClr val="064E3B"/>
                </a:solidFill>
                <a:latin typeface="Plus Jakarta Sans"/>
              </a:rPr>
              <a:t>Answer:</a:t>
            </a:r>
            <a:r>
              <a:rPr sz="1875" b="0" i="0" u="none">
                <a:solidFill>
                  <a:srgbClr val="1E293B"/>
                </a:solidFill>
                <a:latin typeface="Plus Jakarta Sans"/>
              </a:rPr>
              <a:t> The mitigation hierarchy consists of four stages: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2923430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056780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Avoid: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Avoid sensitive areas and fragile habitats.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2923430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400" y="3652539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785889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Minimize: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Reduce unavoidable impacts with engineering controls.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652539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33400" y="4381648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4514998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Restore: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Restore damaged ecosystems through bio-rehabilitation.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4381648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3400" y="5110757"/>
            <a:ext cx="11125200" cy="595758"/>
          </a:xfrm>
          <a:prstGeom prst="roundRect">
            <a:avLst>
              <a:gd name="adj" fmla="val 19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5244107"/>
            <a:ext cx="10306050" cy="329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592"/>
              </a:lnSpc>
            </a:pPr>
            <a:r>
              <a:rPr sz="1800" b="1" i="0" u="none">
                <a:solidFill>
                  <a:srgbClr val="064E3B"/>
                </a:solidFill>
                <a:latin typeface="Plus Jakarta Sans"/>
              </a:rPr>
              <a:t>Offset:</a:t>
            </a:r>
            <a:r>
              <a:rPr sz="1800" b="0" i="0" u="none">
                <a:solidFill>
                  <a:srgbClr val="1E293B"/>
                </a:solidFill>
                <a:latin typeface="Plus Jakarta Sans"/>
              </a:rPr>
              <a:t> Compensate for remaining impacts through conservation measures.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5110757"/>
            <a:ext cx="57150" cy="59575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3090118"/>
            <a:ext cx="247650" cy="2571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3819227"/>
            <a:ext cx="247650" cy="2571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4548336"/>
            <a:ext cx="247650" cy="2571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5277445"/>
            <a:ext cx="314325" cy="2571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3400" y="400050"/>
            <a:ext cx="11658600" cy="471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717"/>
              </a:lnSpc>
            </a:pPr>
            <a:r>
              <a:rPr sz="3150" b="1" i="0" u="none">
                <a:solidFill>
                  <a:schemeClr val="accent1">
                    <a:lumMod val="50000"/>
                  </a:schemeClr>
                </a:solidFill>
                <a:latin typeface="Outfit"/>
              </a:rPr>
              <a:t>Long Questions 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16248F-9E24-3E49-4DB2-F386166BCF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FilmGrain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707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819110549"/>
      </p:ext>
    </p:extLst>
  </p:cSld>
  <p:clrMapOvr>
    <a:masterClrMapping/>
  </p:clrMapOvr>
</p:sld>
</file>

<file path=ppt/theme/theme1.xml><?xml version="1.0" encoding="utf-8"?>
<a:theme xmlns:a="http://schemas.openxmlformats.org/drawingml/2006/main" name="Environmental Activist CV by Slidesgo">
  <a:themeElements>
    <a:clrScheme name="Simple Light">
      <a:dk1>
        <a:srgbClr val="003D1B"/>
      </a:dk1>
      <a:lt1>
        <a:srgbClr val="005A2A"/>
      </a:lt1>
      <a:dk2>
        <a:srgbClr val="0F7437"/>
      </a:dk2>
      <a:lt2>
        <a:srgbClr val="89BB4A"/>
      </a:lt2>
      <a:accent1>
        <a:srgbClr val="D8F1C1"/>
      </a:accent1>
      <a:accent2>
        <a:srgbClr val="F5FAE9"/>
      </a:accent2>
      <a:accent3>
        <a:srgbClr val="EA9E00"/>
      </a:accent3>
      <a:accent4>
        <a:srgbClr val="FFFFFF"/>
      </a:accent4>
      <a:accent5>
        <a:srgbClr val="FFFFFF"/>
      </a:accent5>
      <a:accent6>
        <a:srgbClr val="FFFFFF"/>
      </a:accent6>
      <a:hlink>
        <a:srgbClr val="003D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Environmental Activist CV by Slidesgo</Template>
  <TotalTime>147</TotalTime>
  <Words>2705</Words>
  <Application>Microsoft Office PowerPoint</Application>
  <PresentationFormat>Widescreen</PresentationFormat>
  <Paragraphs>380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40</vt:i4>
      </vt:variant>
    </vt:vector>
  </HeadingPairs>
  <TitlesOfParts>
    <vt:vector size="58" baseType="lpstr">
      <vt:lpstr>Arial</vt:lpstr>
      <vt:lpstr>Bebas Neue</vt:lpstr>
      <vt:lpstr>Calibri Light</vt:lpstr>
      <vt:lpstr>Hammersmith One</vt:lpstr>
      <vt:lpstr>Outfit</vt:lpstr>
      <vt:lpstr>Outfit ExtraBold</vt:lpstr>
      <vt:lpstr>Outfit SemiBold</vt:lpstr>
      <vt:lpstr>Plus Jakarta Sans</vt:lpstr>
      <vt:lpstr>Plus Jakarta Sans Medium</vt:lpstr>
      <vt:lpstr>Plus Jakarta Sans SemiBold</vt:lpstr>
      <vt:lpstr>Proxima Nova</vt:lpstr>
      <vt:lpstr>Quicksand</vt:lpstr>
      <vt:lpstr>Quicksand Medium</vt:lpstr>
      <vt:lpstr>Rockwell</vt:lpstr>
      <vt:lpstr>Wingdings</vt:lpstr>
      <vt:lpstr>Environmental Activist CV by Slidesgo</vt:lpstr>
      <vt:lpstr>Slidesgo Final Pages</vt:lpstr>
      <vt:lpstr>Atlas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albin binu</cp:lastModifiedBy>
  <cp:revision>6</cp:revision>
  <dcterms:created xsi:type="dcterms:W3CDTF">2013-01-27T09:14:16Z</dcterms:created>
  <dcterms:modified xsi:type="dcterms:W3CDTF">2026-09-29T14:51:22Z</dcterms:modified>
  <cp:category/>
</cp:coreProperties>
</file>